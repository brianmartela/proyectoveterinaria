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Ubuntu Condensed"/>
      <p:regular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Lato Light"/>
      <p:regular r:id="rId20"/>
      <p:bold r:id="rId21"/>
      <p:italic r:id="rId22"/>
      <p:boldItalic r:id="rId23"/>
    </p:embeddedFont>
    <p:embeddedFont>
      <p:font typeface="Fira Sans Condensed Medium"/>
      <p:regular r:id="rId24"/>
      <p:bold r:id="rId25"/>
      <p:italic r:id="rId26"/>
      <p:boldItalic r:id="rId27"/>
    </p:embeddedFont>
    <p:embeddedFont>
      <p:font typeface="Fira Sans Extra Condensed Medium"/>
      <p:regular r:id="rId28"/>
      <p:bold r:id="rId29"/>
      <p:italic r:id="rId30"/>
      <p:boldItalic r:id="rId31"/>
    </p:embeddedFont>
    <p:embeddedFont>
      <p:font typeface="Livvic Medium"/>
      <p:regular r:id="rId32"/>
      <p:bold r:id="rId33"/>
      <p:italic r:id="rId34"/>
      <p:boldItalic r:id="rId35"/>
    </p:embeddedFont>
    <p:embeddedFont>
      <p:font typeface="Livv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80">
          <p15:clr>
            <a:srgbClr val="9AA0A6"/>
          </p15:clr>
        </p15:guide>
        <p15:guide id="2" orient="horz" pos="2054">
          <p15:clr>
            <a:srgbClr val="9AA0A6"/>
          </p15:clr>
        </p15:guide>
      </p15:sldGuideLst>
    </p:ext>
    <p:ext uri="GoogleSlidesCustomDataVersion2">
      <go:slidesCustomData xmlns:go="http://customooxmlschemas.google.com/" r:id="rId40" roundtripDataSignature="AMtx7miALilAj8/BAxnhxqcdZ24lhddl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80" orient="horz"/>
        <p:guide pos="205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Medium-boldItalic.fntdata"/><Relationship Id="rId30" Type="http://schemas.openxmlformats.org/officeDocument/2006/relationships/font" Target="fonts/FiraSansExtraCondensedMedium-italic.fntdata"/><Relationship Id="rId33" Type="http://schemas.openxmlformats.org/officeDocument/2006/relationships/font" Target="fonts/LivvicMedium-bold.fntdata"/><Relationship Id="rId32" Type="http://schemas.openxmlformats.org/officeDocument/2006/relationships/font" Target="fonts/LivvicMedium-regular.fntdata"/><Relationship Id="rId35" Type="http://schemas.openxmlformats.org/officeDocument/2006/relationships/font" Target="fonts/LivvicMedium-boldItalic.fntdata"/><Relationship Id="rId34" Type="http://schemas.openxmlformats.org/officeDocument/2006/relationships/font" Target="fonts/LivvicMedium-italic.fntdata"/><Relationship Id="rId37" Type="http://schemas.openxmlformats.org/officeDocument/2006/relationships/font" Target="fonts/Livvic-bold.fntdata"/><Relationship Id="rId36" Type="http://schemas.openxmlformats.org/officeDocument/2006/relationships/font" Target="fonts/Livvic-regular.fntdata"/><Relationship Id="rId39" Type="http://schemas.openxmlformats.org/officeDocument/2006/relationships/font" Target="fonts/Livvic-boldItalic.fntdata"/><Relationship Id="rId38" Type="http://schemas.openxmlformats.org/officeDocument/2006/relationships/font" Target="fonts/Livvic-italic.fntdata"/><Relationship Id="rId20" Type="http://schemas.openxmlformats.org/officeDocument/2006/relationships/font" Target="fonts/LatoLight-regular.fntdata"/><Relationship Id="rId22" Type="http://schemas.openxmlformats.org/officeDocument/2006/relationships/font" Target="fonts/LatoLight-italic.fntdata"/><Relationship Id="rId21" Type="http://schemas.openxmlformats.org/officeDocument/2006/relationships/font" Target="fonts/LatoLight-bold.fntdata"/><Relationship Id="rId24" Type="http://schemas.openxmlformats.org/officeDocument/2006/relationships/font" Target="fonts/FiraSansCondensedMedium-regular.fntdata"/><Relationship Id="rId23" Type="http://schemas.openxmlformats.org/officeDocument/2006/relationships/font" Target="fonts/LatoLight-boldItalic.fntdata"/><Relationship Id="rId26" Type="http://schemas.openxmlformats.org/officeDocument/2006/relationships/font" Target="fonts/FiraSansCondensedMedium-italic.fntdata"/><Relationship Id="rId25" Type="http://schemas.openxmlformats.org/officeDocument/2006/relationships/font" Target="fonts/FiraSansCondensedMedium-bold.fntdata"/><Relationship Id="rId28" Type="http://schemas.openxmlformats.org/officeDocument/2006/relationships/font" Target="fonts/FiraSansExtraCondensedMedium-regular.fntdata"/><Relationship Id="rId27" Type="http://schemas.openxmlformats.org/officeDocument/2006/relationships/font" Target="fonts/FiraSansCondensedMedium-boldItalic.fntdata"/><Relationship Id="rId29" Type="http://schemas.openxmlformats.org/officeDocument/2006/relationships/font" Target="fonts/FiraSansExtraCondensed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buntuCondensed-regular.fntdata"/><Relationship Id="rId14" Type="http://schemas.openxmlformats.org/officeDocument/2006/relationships/slide" Target="slides/slide9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0"/>
          <p:cNvSpPr txBox="1"/>
          <p:nvPr>
            <p:ph type="ctrTitle"/>
          </p:nvPr>
        </p:nvSpPr>
        <p:spPr>
          <a:xfrm>
            <a:off x="457925" y="396350"/>
            <a:ext cx="32064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80"/>
          <p:cNvSpPr txBox="1"/>
          <p:nvPr>
            <p:ph idx="1" type="subTitle"/>
          </p:nvPr>
        </p:nvSpPr>
        <p:spPr>
          <a:xfrm>
            <a:off x="791825" y="2333500"/>
            <a:ext cx="2538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80"/>
          <p:cNvSpPr/>
          <p:nvPr/>
        </p:nvSpPr>
        <p:spPr>
          <a:xfrm rot="5400000">
            <a:off x="8039750" y="381000"/>
            <a:ext cx="1457400" cy="1457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80"/>
          <p:cNvSpPr/>
          <p:nvPr/>
        </p:nvSpPr>
        <p:spPr>
          <a:xfrm flipH="1">
            <a:off x="-8900" y="-394400"/>
            <a:ext cx="4004400" cy="40044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1"/>
          <p:cNvSpPr/>
          <p:nvPr/>
        </p:nvSpPr>
        <p:spPr>
          <a:xfrm>
            <a:off x="-767875" y="37416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81"/>
          <p:cNvSpPr/>
          <p:nvPr/>
        </p:nvSpPr>
        <p:spPr>
          <a:xfrm>
            <a:off x="8476025" y="101035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81"/>
          <p:cNvSpPr txBox="1"/>
          <p:nvPr>
            <p:ph idx="1" type="body"/>
          </p:nvPr>
        </p:nvSpPr>
        <p:spPr>
          <a:xfrm>
            <a:off x="624450" y="1389600"/>
            <a:ext cx="76668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81"/>
          <p:cNvSpPr txBox="1"/>
          <p:nvPr>
            <p:ph type="ctrTitle"/>
          </p:nvPr>
        </p:nvSpPr>
        <p:spPr>
          <a:xfrm>
            <a:off x="673300" y="327500"/>
            <a:ext cx="7617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2"/>
          <p:cNvSpPr/>
          <p:nvPr/>
        </p:nvSpPr>
        <p:spPr>
          <a:xfrm rot="5400000">
            <a:off x="8690975" y="4133625"/>
            <a:ext cx="810000" cy="8100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2"/>
          <p:cNvSpPr/>
          <p:nvPr/>
        </p:nvSpPr>
        <p:spPr>
          <a:xfrm rot="5400000">
            <a:off x="-388825" y="346550"/>
            <a:ext cx="810000" cy="8100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2"/>
          <p:cNvSpPr txBox="1"/>
          <p:nvPr>
            <p:ph type="ctrTitle"/>
          </p:nvPr>
        </p:nvSpPr>
        <p:spPr>
          <a:xfrm flipH="1">
            <a:off x="2735660" y="2962504"/>
            <a:ext cx="163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2" name="Google Shape;22;p82"/>
          <p:cNvSpPr txBox="1"/>
          <p:nvPr>
            <p:ph idx="1" type="subTitle"/>
          </p:nvPr>
        </p:nvSpPr>
        <p:spPr>
          <a:xfrm flipH="1">
            <a:off x="2597644" y="3606910"/>
            <a:ext cx="19065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82"/>
          <p:cNvSpPr txBox="1"/>
          <p:nvPr>
            <p:ph idx="2" type="title"/>
          </p:nvPr>
        </p:nvSpPr>
        <p:spPr>
          <a:xfrm flipH="1">
            <a:off x="2703904" y="167588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4" name="Google Shape;24;p82"/>
          <p:cNvSpPr txBox="1"/>
          <p:nvPr>
            <p:ph idx="3" type="ctrTitle"/>
          </p:nvPr>
        </p:nvSpPr>
        <p:spPr>
          <a:xfrm flipH="1">
            <a:off x="6515993" y="2962504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5" name="Google Shape;25;p82"/>
          <p:cNvSpPr txBox="1"/>
          <p:nvPr>
            <p:ph idx="4" type="subTitle"/>
          </p:nvPr>
        </p:nvSpPr>
        <p:spPr>
          <a:xfrm flipH="1">
            <a:off x="6584071" y="3606910"/>
            <a:ext cx="19065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82"/>
          <p:cNvSpPr txBox="1"/>
          <p:nvPr>
            <p:ph idx="5" type="title"/>
          </p:nvPr>
        </p:nvSpPr>
        <p:spPr>
          <a:xfrm flipH="1">
            <a:off x="6690326" y="167588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" name="Google Shape;27;p82"/>
          <p:cNvSpPr txBox="1"/>
          <p:nvPr>
            <p:ph idx="6" type="ctrTitle"/>
          </p:nvPr>
        </p:nvSpPr>
        <p:spPr>
          <a:xfrm flipH="1">
            <a:off x="787428" y="2962504"/>
            <a:ext cx="1535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" name="Google Shape;28;p82"/>
          <p:cNvSpPr txBox="1"/>
          <p:nvPr>
            <p:ph idx="7" type="subTitle"/>
          </p:nvPr>
        </p:nvSpPr>
        <p:spPr>
          <a:xfrm flipH="1">
            <a:off x="601998" y="3606910"/>
            <a:ext cx="19065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82"/>
          <p:cNvSpPr txBox="1"/>
          <p:nvPr>
            <p:ph idx="8" type="title"/>
          </p:nvPr>
        </p:nvSpPr>
        <p:spPr>
          <a:xfrm flipH="1">
            <a:off x="708262" y="167588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0" name="Google Shape;30;p82"/>
          <p:cNvSpPr txBox="1"/>
          <p:nvPr>
            <p:ph idx="9" type="ctrTitle"/>
          </p:nvPr>
        </p:nvSpPr>
        <p:spPr>
          <a:xfrm flipH="1">
            <a:off x="4730387" y="2962504"/>
            <a:ext cx="1630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" name="Google Shape;31;p82"/>
          <p:cNvSpPr txBox="1"/>
          <p:nvPr>
            <p:ph idx="13" type="subTitle"/>
          </p:nvPr>
        </p:nvSpPr>
        <p:spPr>
          <a:xfrm flipH="1">
            <a:off x="4592385" y="3606910"/>
            <a:ext cx="19065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82"/>
          <p:cNvSpPr txBox="1"/>
          <p:nvPr>
            <p:ph idx="14" type="title"/>
          </p:nvPr>
        </p:nvSpPr>
        <p:spPr>
          <a:xfrm flipH="1">
            <a:off x="4698643" y="167588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3" name="Google Shape;33;p82"/>
          <p:cNvSpPr txBox="1"/>
          <p:nvPr>
            <p:ph idx="15" type="ctrTitle"/>
          </p:nvPr>
        </p:nvSpPr>
        <p:spPr>
          <a:xfrm>
            <a:off x="1555275" y="327500"/>
            <a:ext cx="6222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28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3"/>
          <p:cNvSpPr txBox="1"/>
          <p:nvPr>
            <p:ph type="title"/>
          </p:nvPr>
        </p:nvSpPr>
        <p:spPr>
          <a:xfrm flipH="1">
            <a:off x="3789830" y="123141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6" name="Google Shape;36;p83"/>
          <p:cNvSpPr txBox="1"/>
          <p:nvPr>
            <p:ph idx="2" type="title"/>
          </p:nvPr>
        </p:nvSpPr>
        <p:spPr>
          <a:xfrm flipH="1">
            <a:off x="1088750" y="1278876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7" name="Google Shape;37;p83"/>
          <p:cNvSpPr txBox="1"/>
          <p:nvPr>
            <p:ph idx="3" type="title"/>
          </p:nvPr>
        </p:nvSpPr>
        <p:spPr>
          <a:xfrm flipH="1">
            <a:off x="6348425" y="1242835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8" name="Google Shape;38;p83"/>
          <p:cNvSpPr txBox="1"/>
          <p:nvPr>
            <p:ph idx="4" type="ctrTitle"/>
          </p:nvPr>
        </p:nvSpPr>
        <p:spPr>
          <a:xfrm>
            <a:off x="1555275" y="327500"/>
            <a:ext cx="6222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9" name="Google Shape;39;p83"/>
          <p:cNvSpPr txBox="1"/>
          <p:nvPr>
            <p:ph idx="5" type="ctrTitle"/>
          </p:nvPr>
        </p:nvSpPr>
        <p:spPr>
          <a:xfrm flipH="1">
            <a:off x="6203975" y="1896850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40" name="Google Shape;40;p83"/>
          <p:cNvSpPr txBox="1"/>
          <p:nvPr>
            <p:ph idx="1" type="subTitle"/>
          </p:nvPr>
        </p:nvSpPr>
        <p:spPr>
          <a:xfrm flipH="1">
            <a:off x="6147425" y="2256084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83"/>
          <p:cNvSpPr txBox="1"/>
          <p:nvPr>
            <p:ph idx="6" type="ctrTitle"/>
          </p:nvPr>
        </p:nvSpPr>
        <p:spPr>
          <a:xfrm flipH="1">
            <a:off x="3645375" y="1885434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42" name="Google Shape;42;p83"/>
          <p:cNvSpPr txBox="1"/>
          <p:nvPr>
            <p:ph idx="7" type="subTitle"/>
          </p:nvPr>
        </p:nvSpPr>
        <p:spPr>
          <a:xfrm flipH="1">
            <a:off x="3588825" y="2254799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" name="Google Shape;43;p83"/>
          <p:cNvSpPr txBox="1"/>
          <p:nvPr>
            <p:ph idx="8" type="ctrTitle"/>
          </p:nvPr>
        </p:nvSpPr>
        <p:spPr>
          <a:xfrm flipH="1">
            <a:off x="1029041" y="1882204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44" name="Google Shape;44;p83"/>
          <p:cNvSpPr txBox="1"/>
          <p:nvPr>
            <p:ph idx="9" type="subTitle"/>
          </p:nvPr>
        </p:nvSpPr>
        <p:spPr>
          <a:xfrm flipH="1">
            <a:off x="972491" y="2251575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83"/>
          <p:cNvSpPr txBox="1"/>
          <p:nvPr>
            <p:ph idx="13" type="title"/>
          </p:nvPr>
        </p:nvSpPr>
        <p:spPr>
          <a:xfrm flipH="1">
            <a:off x="3771416" y="3233964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6" name="Google Shape;46;p83"/>
          <p:cNvSpPr txBox="1"/>
          <p:nvPr>
            <p:ph idx="14" type="title"/>
          </p:nvPr>
        </p:nvSpPr>
        <p:spPr>
          <a:xfrm flipH="1">
            <a:off x="1180737" y="3219814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7" name="Google Shape;47;p83"/>
          <p:cNvSpPr txBox="1"/>
          <p:nvPr>
            <p:ph idx="15" type="title"/>
          </p:nvPr>
        </p:nvSpPr>
        <p:spPr>
          <a:xfrm flipH="1">
            <a:off x="6348428" y="3233964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8" name="Google Shape;48;p83"/>
          <p:cNvSpPr txBox="1"/>
          <p:nvPr>
            <p:ph idx="16" type="ctrTitle"/>
          </p:nvPr>
        </p:nvSpPr>
        <p:spPr>
          <a:xfrm flipH="1">
            <a:off x="6203978" y="3887979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49" name="Google Shape;49;p83"/>
          <p:cNvSpPr txBox="1"/>
          <p:nvPr>
            <p:ph idx="17" type="subTitle"/>
          </p:nvPr>
        </p:nvSpPr>
        <p:spPr>
          <a:xfrm flipH="1">
            <a:off x="6190028" y="4240128"/>
            <a:ext cx="207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3"/>
          <p:cNvSpPr txBox="1"/>
          <p:nvPr>
            <p:ph idx="18" type="ctrTitle"/>
          </p:nvPr>
        </p:nvSpPr>
        <p:spPr>
          <a:xfrm flipH="1">
            <a:off x="3626966" y="3887979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51" name="Google Shape;51;p83"/>
          <p:cNvSpPr txBox="1"/>
          <p:nvPr>
            <p:ph idx="19" type="subTitle"/>
          </p:nvPr>
        </p:nvSpPr>
        <p:spPr>
          <a:xfrm flipH="1">
            <a:off x="3613016" y="4240128"/>
            <a:ext cx="207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83"/>
          <p:cNvSpPr txBox="1"/>
          <p:nvPr>
            <p:ph idx="20" type="ctrTitle"/>
          </p:nvPr>
        </p:nvSpPr>
        <p:spPr>
          <a:xfrm flipH="1">
            <a:off x="860487" y="3894100"/>
            <a:ext cx="2394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53" name="Google Shape;53;p83"/>
          <p:cNvSpPr txBox="1"/>
          <p:nvPr>
            <p:ph idx="21" type="subTitle"/>
          </p:nvPr>
        </p:nvSpPr>
        <p:spPr>
          <a:xfrm flipH="1">
            <a:off x="1022337" y="4241353"/>
            <a:ext cx="207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83"/>
          <p:cNvSpPr/>
          <p:nvPr/>
        </p:nvSpPr>
        <p:spPr>
          <a:xfrm>
            <a:off x="-767875" y="37416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3"/>
          <p:cNvSpPr/>
          <p:nvPr/>
        </p:nvSpPr>
        <p:spPr>
          <a:xfrm>
            <a:off x="8499950" y="9984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3">
  <p:cSld name="CUSTOM_50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4"/>
          <p:cNvSpPr txBox="1"/>
          <p:nvPr>
            <p:ph type="title"/>
          </p:nvPr>
        </p:nvSpPr>
        <p:spPr>
          <a:xfrm flipH="1">
            <a:off x="3861063" y="205186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8" name="Google Shape;58;p84"/>
          <p:cNvSpPr txBox="1"/>
          <p:nvPr>
            <p:ph idx="2" type="title"/>
          </p:nvPr>
        </p:nvSpPr>
        <p:spPr>
          <a:xfrm flipH="1">
            <a:off x="1159988" y="2051878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9" name="Google Shape;59;p84"/>
          <p:cNvSpPr txBox="1"/>
          <p:nvPr>
            <p:ph idx="3" type="title"/>
          </p:nvPr>
        </p:nvSpPr>
        <p:spPr>
          <a:xfrm flipH="1">
            <a:off x="6419663" y="2051885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60" name="Google Shape;60;p84"/>
          <p:cNvSpPr txBox="1"/>
          <p:nvPr>
            <p:ph idx="4" type="ctrTitle"/>
          </p:nvPr>
        </p:nvSpPr>
        <p:spPr>
          <a:xfrm>
            <a:off x="1555275" y="327500"/>
            <a:ext cx="6222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61" name="Google Shape;61;p84"/>
          <p:cNvSpPr txBox="1"/>
          <p:nvPr>
            <p:ph idx="5" type="ctrTitle"/>
          </p:nvPr>
        </p:nvSpPr>
        <p:spPr>
          <a:xfrm flipH="1">
            <a:off x="6275213" y="3084096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62" name="Google Shape;62;p84"/>
          <p:cNvSpPr txBox="1"/>
          <p:nvPr>
            <p:ph idx="1" type="subTitle"/>
          </p:nvPr>
        </p:nvSpPr>
        <p:spPr>
          <a:xfrm flipH="1">
            <a:off x="6218663" y="3442401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84"/>
          <p:cNvSpPr txBox="1"/>
          <p:nvPr>
            <p:ph idx="6" type="ctrTitle"/>
          </p:nvPr>
        </p:nvSpPr>
        <p:spPr>
          <a:xfrm flipH="1">
            <a:off x="3716613" y="3082170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64" name="Google Shape;64;p84"/>
          <p:cNvSpPr txBox="1"/>
          <p:nvPr>
            <p:ph idx="7" type="subTitle"/>
          </p:nvPr>
        </p:nvSpPr>
        <p:spPr>
          <a:xfrm flipH="1">
            <a:off x="3660063" y="3440469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4"/>
          <p:cNvSpPr txBox="1"/>
          <p:nvPr>
            <p:ph idx="8" type="ctrTitle"/>
          </p:nvPr>
        </p:nvSpPr>
        <p:spPr>
          <a:xfrm flipH="1">
            <a:off x="1015538" y="3088429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66" name="Google Shape;66;p84"/>
          <p:cNvSpPr txBox="1"/>
          <p:nvPr>
            <p:ph idx="9" type="subTitle"/>
          </p:nvPr>
        </p:nvSpPr>
        <p:spPr>
          <a:xfrm flipH="1">
            <a:off x="958988" y="3437245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4"/>
          <p:cNvSpPr/>
          <p:nvPr/>
        </p:nvSpPr>
        <p:spPr>
          <a:xfrm>
            <a:off x="-767875" y="37416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4"/>
          <p:cNvSpPr/>
          <p:nvPr/>
        </p:nvSpPr>
        <p:spPr>
          <a:xfrm>
            <a:off x="8499950" y="9984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5"/>
          <p:cNvSpPr/>
          <p:nvPr/>
        </p:nvSpPr>
        <p:spPr>
          <a:xfrm>
            <a:off x="-596100" y="394545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5"/>
          <p:cNvSpPr txBox="1"/>
          <p:nvPr>
            <p:ph type="title"/>
          </p:nvPr>
        </p:nvSpPr>
        <p:spPr>
          <a:xfrm>
            <a:off x="603657" y="349561"/>
            <a:ext cx="329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85"/>
          <p:cNvSpPr txBox="1"/>
          <p:nvPr>
            <p:ph idx="1" type="body"/>
          </p:nvPr>
        </p:nvSpPr>
        <p:spPr>
          <a:xfrm>
            <a:off x="616500" y="1711125"/>
            <a:ext cx="24597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9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6"/>
          <p:cNvSpPr/>
          <p:nvPr/>
        </p:nvSpPr>
        <p:spPr>
          <a:xfrm>
            <a:off x="7866000" y="35607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6"/>
          <p:cNvSpPr txBox="1"/>
          <p:nvPr>
            <p:ph type="title"/>
          </p:nvPr>
        </p:nvSpPr>
        <p:spPr>
          <a:xfrm>
            <a:off x="2970079" y="326761"/>
            <a:ext cx="329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86"/>
          <p:cNvSpPr txBox="1"/>
          <p:nvPr>
            <p:ph idx="1" type="body"/>
          </p:nvPr>
        </p:nvSpPr>
        <p:spPr>
          <a:xfrm>
            <a:off x="2736825" y="1464100"/>
            <a:ext cx="33384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86"/>
          <p:cNvSpPr/>
          <p:nvPr/>
        </p:nvSpPr>
        <p:spPr>
          <a:xfrm rot="10800000">
            <a:off x="-19050" y="2315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7"/>
          <p:cNvSpPr/>
          <p:nvPr/>
        </p:nvSpPr>
        <p:spPr>
          <a:xfrm rot="10800000">
            <a:off x="-163145" y="4488081"/>
            <a:ext cx="760200" cy="760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7"/>
          <p:cNvSpPr/>
          <p:nvPr/>
        </p:nvSpPr>
        <p:spPr>
          <a:xfrm rot="10800000">
            <a:off x="8719105" y="192206"/>
            <a:ext cx="760200" cy="760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87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 ">
  <p:cSld name="CUSTOM_19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8"/>
          <p:cNvSpPr txBox="1"/>
          <p:nvPr>
            <p:ph type="ctrTitle"/>
          </p:nvPr>
        </p:nvSpPr>
        <p:spPr>
          <a:xfrm flipH="1">
            <a:off x="3772929" y="628600"/>
            <a:ext cx="325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88"/>
          <p:cNvSpPr txBox="1"/>
          <p:nvPr>
            <p:ph idx="1" type="subTitle"/>
          </p:nvPr>
        </p:nvSpPr>
        <p:spPr>
          <a:xfrm>
            <a:off x="3772913" y="1142940"/>
            <a:ext cx="32595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88"/>
          <p:cNvSpPr txBox="1"/>
          <p:nvPr>
            <p:ph idx="2" type="ctrTitle"/>
          </p:nvPr>
        </p:nvSpPr>
        <p:spPr>
          <a:xfrm flipH="1">
            <a:off x="2307846" y="2774775"/>
            <a:ext cx="3217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88"/>
          <p:cNvSpPr txBox="1"/>
          <p:nvPr>
            <p:ph idx="3" type="subTitle"/>
          </p:nvPr>
        </p:nvSpPr>
        <p:spPr>
          <a:xfrm>
            <a:off x="2307862" y="3270145"/>
            <a:ext cx="32172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88"/>
          <p:cNvSpPr/>
          <p:nvPr/>
        </p:nvSpPr>
        <p:spPr>
          <a:xfrm>
            <a:off x="8495150" y="1328050"/>
            <a:ext cx="1032300" cy="10323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8"/>
          <p:cNvSpPr/>
          <p:nvPr/>
        </p:nvSpPr>
        <p:spPr>
          <a:xfrm>
            <a:off x="-411250" y="2417750"/>
            <a:ext cx="1032300" cy="10323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 ">
  <p:cSld name="CUSTOM_3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9"/>
          <p:cNvSpPr txBox="1"/>
          <p:nvPr>
            <p:ph type="ctrTitle"/>
          </p:nvPr>
        </p:nvSpPr>
        <p:spPr>
          <a:xfrm flipH="1">
            <a:off x="820179" y="2475668"/>
            <a:ext cx="325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" name="Google Shape;91;p89"/>
          <p:cNvSpPr txBox="1"/>
          <p:nvPr>
            <p:ph idx="1" type="subTitle"/>
          </p:nvPr>
        </p:nvSpPr>
        <p:spPr>
          <a:xfrm>
            <a:off x="820163" y="3293131"/>
            <a:ext cx="32595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89"/>
          <p:cNvSpPr txBox="1"/>
          <p:nvPr>
            <p:ph idx="2" type="ctrTitle"/>
          </p:nvPr>
        </p:nvSpPr>
        <p:spPr>
          <a:xfrm flipH="1">
            <a:off x="820179" y="292456"/>
            <a:ext cx="3259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3" name="Google Shape;93;p89"/>
          <p:cNvSpPr txBox="1"/>
          <p:nvPr>
            <p:ph idx="3" type="subTitle"/>
          </p:nvPr>
        </p:nvSpPr>
        <p:spPr>
          <a:xfrm>
            <a:off x="820163" y="1096449"/>
            <a:ext cx="32595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89"/>
          <p:cNvSpPr/>
          <p:nvPr/>
        </p:nvSpPr>
        <p:spPr>
          <a:xfrm>
            <a:off x="8399400" y="11985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9"/>
          <p:cNvSpPr/>
          <p:nvPr/>
        </p:nvSpPr>
        <p:spPr>
          <a:xfrm rot="10800000">
            <a:off x="-152400" y="-42075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60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0"/>
          <p:cNvSpPr txBox="1"/>
          <p:nvPr>
            <p:ph type="ctrTitle"/>
          </p:nvPr>
        </p:nvSpPr>
        <p:spPr>
          <a:xfrm flipH="1">
            <a:off x="1214713" y="883368"/>
            <a:ext cx="3202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90"/>
          <p:cNvSpPr txBox="1"/>
          <p:nvPr>
            <p:ph idx="1" type="subTitle"/>
          </p:nvPr>
        </p:nvSpPr>
        <p:spPr>
          <a:xfrm>
            <a:off x="1214588" y="1406550"/>
            <a:ext cx="32025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90"/>
          <p:cNvSpPr txBox="1"/>
          <p:nvPr>
            <p:ph idx="2" type="ctrTitle"/>
          </p:nvPr>
        </p:nvSpPr>
        <p:spPr>
          <a:xfrm flipH="1">
            <a:off x="4753675" y="883357"/>
            <a:ext cx="3202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90"/>
          <p:cNvSpPr txBox="1"/>
          <p:nvPr>
            <p:ph idx="3" type="subTitle"/>
          </p:nvPr>
        </p:nvSpPr>
        <p:spPr>
          <a:xfrm>
            <a:off x="4753550" y="1403586"/>
            <a:ext cx="32025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90"/>
          <p:cNvSpPr/>
          <p:nvPr/>
        </p:nvSpPr>
        <p:spPr>
          <a:xfrm>
            <a:off x="7827900" y="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0"/>
          <p:cNvSpPr/>
          <p:nvPr/>
        </p:nvSpPr>
        <p:spPr>
          <a:xfrm rot="10800000">
            <a:off x="-57500" y="34511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6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1"/>
          <p:cNvSpPr txBox="1"/>
          <p:nvPr>
            <p:ph type="ctrTitle"/>
          </p:nvPr>
        </p:nvSpPr>
        <p:spPr>
          <a:xfrm>
            <a:off x="4449950" y="2686775"/>
            <a:ext cx="357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05" name="Google Shape;105;p91"/>
          <p:cNvSpPr txBox="1"/>
          <p:nvPr>
            <p:ph idx="1" type="subTitle"/>
          </p:nvPr>
        </p:nvSpPr>
        <p:spPr>
          <a:xfrm>
            <a:off x="4449950" y="2029800"/>
            <a:ext cx="357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3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2"/>
          <p:cNvSpPr txBox="1"/>
          <p:nvPr>
            <p:ph type="ctrTitle"/>
          </p:nvPr>
        </p:nvSpPr>
        <p:spPr>
          <a:xfrm>
            <a:off x="478050" y="2969350"/>
            <a:ext cx="357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08" name="Google Shape;108;p92"/>
          <p:cNvSpPr txBox="1"/>
          <p:nvPr>
            <p:ph idx="1" type="subTitle"/>
          </p:nvPr>
        </p:nvSpPr>
        <p:spPr>
          <a:xfrm>
            <a:off x="478050" y="2321875"/>
            <a:ext cx="357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6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3"/>
          <p:cNvSpPr/>
          <p:nvPr/>
        </p:nvSpPr>
        <p:spPr>
          <a:xfrm>
            <a:off x="7057700" y="-102467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3"/>
          <p:cNvSpPr/>
          <p:nvPr/>
        </p:nvSpPr>
        <p:spPr>
          <a:xfrm>
            <a:off x="2602075" y="492872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3"/>
          <p:cNvSpPr txBox="1"/>
          <p:nvPr>
            <p:ph type="ctrTitle"/>
          </p:nvPr>
        </p:nvSpPr>
        <p:spPr>
          <a:xfrm>
            <a:off x="14038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4"/>
          <p:cNvSpPr/>
          <p:nvPr/>
        </p:nvSpPr>
        <p:spPr>
          <a:xfrm flipH="1" rot="10800000">
            <a:off x="7875525" y="38274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4"/>
          <p:cNvSpPr/>
          <p:nvPr/>
        </p:nvSpPr>
        <p:spPr>
          <a:xfrm flipH="1">
            <a:off x="0" y="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4"/>
          <p:cNvSpPr txBox="1"/>
          <p:nvPr>
            <p:ph type="ctrTitle"/>
          </p:nvPr>
        </p:nvSpPr>
        <p:spPr>
          <a:xfrm>
            <a:off x="14038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17" name="Google Shape;117;p94"/>
          <p:cNvSpPr/>
          <p:nvPr/>
        </p:nvSpPr>
        <p:spPr>
          <a:xfrm>
            <a:off x="-666675" y="1671775"/>
            <a:ext cx="4638600" cy="463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3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5"/>
          <p:cNvSpPr txBox="1"/>
          <p:nvPr>
            <p:ph idx="1" type="subTitle"/>
          </p:nvPr>
        </p:nvSpPr>
        <p:spPr>
          <a:xfrm>
            <a:off x="978750" y="2284840"/>
            <a:ext cx="157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20" name="Google Shape;120;p95"/>
          <p:cNvSpPr txBox="1"/>
          <p:nvPr>
            <p:ph idx="2" type="subTitle"/>
          </p:nvPr>
        </p:nvSpPr>
        <p:spPr>
          <a:xfrm>
            <a:off x="3743100" y="2201140"/>
            <a:ext cx="1657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21" name="Google Shape;121;p95"/>
          <p:cNvSpPr txBox="1"/>
          <p:nvPr>
            <p:ph idx="3" type="subTitle"/>
          </p:nvPr>
        </p:nvSpPr>
        <p:spPr>
          <a:xfrm>
            <a:off x="6547400" y="2284840"/>
            <a:ext cx="1657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22" name="Google Shape;122;p95"/>
          <p:cNvSpPr txBox="1"/>
          <p:nvPr>
            <p:ph idx="4" type="subTitle"/>
          </p:nvPr>
        </p:nvSpPr>
        <p:spPr>
          <a:xfrm>
            <a:off x="896100" y="2461475"/>
            <a:ext cx="1743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3" name="Google Shape;123;p95"/>
          <p:cNvSpPr txBox="1"/>
          <p:nvPr>
            <p:ph idx="5" type="subTitle"/>
          </p:nvPr>
        </p:nvSpPr>
        <p:spPr>
          <a:xfrm>
            <a:off x="3700350" y="2461475"/>
            <a:ext cx="1743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4" name="Google Shape;124;p95"/>
          <p:cNvSpPr txBox="1"/>
          <p:nvPr>
            <p:ph idx="6" type="subTitle"/>
          </p:nvPr>
        </p:nvSpPr>
        <p:spPr>
          <a:xfrm>
            <a:off x="6504650" y="2461475"/>
            <a:ext cx="17433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95"/>
          <p:cNvSpPr/>
          <p:nvPr/>
        </p:nvSpPr>
        <p:spPr>
          <a:xfrm rot="-5400000">
            <a:off x="-284275" y="719125"/>
            <a:ext cx="692400" cy="692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5"/>
          <p:cNvSpPr/>
          <p:nvPr/>
        </p:nvSpPr>
        <p:spPr>
          <a:xfrm rot="-5400000">
            <a:off x="8885400" y="4066125"/>
            <a:ext cx="692400" cy="692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5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6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6"/>
          <p:cNvSpPr txBox="1"/>
          <p:nvPr>
            <p:ph idx="1" type="subTitle"/>
          </p:nvPr>
        </p:nvSpPr>
        <p:spPr>
          <a:xfrm>
            <a:off x="812475" y="2843752"/>
            <a:ext cx="1578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30" name="Google Shape;130;p96"/>
          <p:cNvSpPr txBox="1"/>
          <p:nvPr>
            <p:ph idx="2" type="subTitle"/>
          </p:nvPr>
        </p:nvSpPr>
        <p:spPr>
          <a:xfrm>
            <a:off x="2738625" y="2760052"/>
            <a:ext cx="1657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31" name="Google Shape;131;p96"/>
          <p:cNvSpPr txBox="1"/>
          <p:nvPr>
            <p:ph idx="3" type="subTitle"/>
          </p:nvPr>
        </p:nvSpPr>
        <p:spPr>
          <a:xfrm>
            <a:off x="4704725" y="2843752"/>
            <a:ext cx="1657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32" name="Google Shape;132;p96"/>
          <p:cNvSpPr txBox="1"/>
          <p:nvPr>
            <p:ph idx="4" type="subTitle"/>
          </p:nvPr>
        </p:nvSpPr>
        <p:spPr>
          <a:xfrm>
            <a:off x="729825" y="3010250"/>
            <a:ext cx="17433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p96"/>
          <p:cNvSpPr txBox="1"/>
          <p:nvPr>
            <p:ph idx="5" type="subTitle"/>
          </p:nvPr>
        </p:nvSpPr>
        <p:spPr>
          <a:xfrm>
            <a:off x="2695875" y="3010250"/>
            <a:ext cx="17433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96"/>
          <p:cNvSpPr txBox="1"/>
          <p:nvPr>
            <p:ph idx="6" type="subTitle"/>
          </p:nvPr>
        </p:nvSpPr>
        <p:spPr>
          <a:xfrm>
            <a:off x="4661975" y="3010250"/>
            <a:ext cx="17433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96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36" name="Google Shape;136;p96"/>
          <p:cNvSpPr txBox="1"/>
          <p:nvPr>
            <p:ph idx="7" type="subTitle"/>
          </p:nvPr>
        </p:nvSpPr>
        <p:spPr>
          <a:xfrm>
            <a:off x="6713575" y="2843752"/>
            <a:ext cx="1657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37" name="Google Shape;137;p96"/>
          <p:cNvSpPr txBox="1"/>
          <p:nvPr>
            <p:ph idx="8" type="subTitle"/>
          </p:nvPr>
        </p:nvSpPr>
        <p:spPr>
          <a:xfrm>
            <a:off x="6670825" y="3010250"/>
            <a:ext cx="1743300" cy="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p96"/>
          <p:cNvSpPr/>
          <p:nvPr/>
        </p:nvSpPr>
        <p:spPr>
          <a:xfrm>
            <a:off x="1299800" y="4643200"/>
            <a:ext cx="1129200" cy="1129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6"/>
          <p:cNvSpPr/>
          <p:nvPr/>
        </p:nvSpPr>
        <p:spPr>
          <a:xfrm>
            <a:off x="7452950" y="-424100"/>
            <a:ext cx="824400" cy="824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8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7"/>
          <p:cNvSpPr txBox="1"/>
          <p:nvPr>
            <p:ph type="title"/>
          </p:nvPr>
        </p:nvSpPr>
        <p:spPr>
          <a:xfrm>
            <a:off x="387473" y="3801261"/>
            <a:ext cx="44358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37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8"/>
          <p:cNvSpPr txBox="1"/>
          <p:nvPr>
            <p:ph type="title"/>
          </p:nvPr>
        </p:nvSpPr>
        <p:spPr>
          <a:xfrm>
            <a:off x="764750" y="1250550"/>
            <a:ext cx="2126100" cy="22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2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9"/>
          <p:cNvSpPr txBox="1"/>
          <p:nvPr>
            <p:ph type="title"/>
          </p:nvPr>
        </p:nvSpPr>
        <p:spPr>
          <a:xfrm>
            <a:off x="674625" y="2928277"/>
            <a:ext cx="30645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6" name="Google Shape;146;p99"/>
          <p:cNvSpPr txBox="1"/>
          <p:nvPr>
            <p:ph idx="2" type="title"/>
          </p:nvPr>
        </p:nvSpPr>
        <p:spPr>
          <a:xfrm>
            <a:off x="2944550" y="1279425"/>
            <a:ext cx="30645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7" name="Google Shape;147;p99"/>
          <p:cNvSpPr txBox="1"/>
          <p:nvPr>
            <p:ph idx="3" type="title"/>
          </p:nvPr>
        </p:nvSpPr>
        <p:spPr>
          <a:xfrm>
            <a:off x="5070575" y="2920220"/>
            <a:ext cx="30645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8" name="Google Shape;148;p99"/>
          <p:cNvSpPr txBox="1"/>
          <p:nvPr>
            <p:ph idx="1" type="subTitle"/>
          </p:nvPr>
        </p:nvSpPr>
        <p:spPr>
          <a:xfrm flipH="1">
            <a:off x="1178925" y="3663791"/>
            <a:ext cx="20559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99"/>
          <p:cNvSpPr txBox="1"/>
          <p:nvPr>
            <p:ph idx="4" type="subTitle"/>
          </p:nvPr>
        </p:nvSpPr>
        <p:spPr>
          <a:xfrm flipH="1">
            <a:off x="3266849" y="2078426"/>
            <a:ext cx="24198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99"/>
          <p:cNvSpPr txBox="1"/>
          <p:nvPr>
            <p:ph idx="5" type="subTitle"/>
          </p:nvPr>
        </p:nvSpPr>
        <p:spPr>
          <a:xfrm flipH="1">
            <a:off x="5574875" y="3663791"/>
            <a:ext cx="20559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99"/>
          <p:cNvSpPr/>
          <p:nvPr/>
        </p:nvSpPr>
        <p:spPr>
          <a:xfrm>
            <a:off x="8733575" y="2947875"/>
            <a:ext cx="855000" cy="8550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9"/>
          <p:cNvSpPr/>
          <p:nvPr/>
        </p:nvSpPr>
        <p:spPr>
          <a:xfrm>
            <a:off x="-500325" y="854500"/>
            <a:ext cx="855000" cy="8550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9"/>
          <p:cNvSpPr txBox="1"/>
          <p:nvPr>
            <p:ph idx="6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38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0"/>
          <p:cNvSpPr txBox="1"/>
          <p:nvPr>
            <p:ph type="title"/>
          </p:nvPr>
        </p:nvSpPr>
        <p:spPr>
          <a:xfrm>
            <a:off x="1023775" y="1209134"/>
            <a:ext cx="2328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6" name="Google Shape;156;p100"/>
          <p:cNvSpPr txBox="1"/>
          <p:nvPr>
            <p:ph idx="1" type="subTitle"/>
          </p:nvPr>
        </p:nvSpPr>
        <p:spPr>
          <a:xfrm flipH="1">
            <a:off x="1023775" y="1944635"/>
            <a:ext cx="2328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00"/>
          <p:cNvSpPr/>
          <p:nvPr/>
        </p:nvSpPr>
        <p:spPr>
          <a:xfrm>
            <a:off x="8438300" y="0"/>
            <a:ext cx="855000" cy="8550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0"/>
          <p:cNvSpPr txBox="1"/>
          <p:nvPr>
            <p:ph idx="2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59" name="Google Shape;159;p100"/>
          <p:cNvSpPr txBox="1"/>
          <p:nvPr>
            <p:ph idx="3" type="title"/>
          </p:nvPr>
        </p:nvSpPr>
        <p:spPr>
          <a:xfrm>
            <a:off x="4367050" y="1208359"/>
            <a:ext cx="2328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0" name="Google Shape;160;p100"/>
          <p:cNvSpPr txBox="1"/>
          <p:nvPr>
            <p:ph idx="4" type="subTitle"/>
          </p:nvPr>
        </p:nvSpPr>
        <p:spPr>
          <a:xfrm flipH="1">
            <a:off x="4367050" y="1943825"/>
            <a:ext cx="2328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00"/>
          <p:cNvSpPr txBox="1"/>
          <p:nvPr>
            <p:ph idx="5" type="title"/>
          </p:nvPr>
        </p:nvSpPr>
        <p:spPr>
          <a:xfrm>
            <a:off x="2614450" y="3229025"/>
            <a:ext cx="2328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2" name="Google Shape;162;p100"/>
          <p:cNvSpPr txBox="1"/>
          <p:nvPr>
            <p:ph idx="6" type="subTitle"/>
          </p:nvPr>
        </p:nvSpPr>
        <p:spPr>
          <a:xfrm flipH="1">
            <a:off x="2614450" y="3954720"/>
            <a:ext cx="2328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00"/>
          <p:cNvSpPr txBox="1"/>
          <p:nvPr>
            <p:ph idx="7" type="title"/>
          </p:nvPr>
        </p:nvSpPr>
        <p:spPr>
          <a:xfrm>
            <a:off x="5957950" y="3227963"/>
            <a:ext cx="2328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4" name="Google Shape;164;p100"/>
          <p:cNvSpPr txBox="1"/>
          <p:nvPr>
            <p:ph idx="8" type="subTitle"/>
          </p:nvPr>
        </p:nvSpPr>
        <p:spPr>
          <a:xfrm flipH="1">
            <a:off x="5957950" y="3953657"/>
            <a:ext cx="2328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00"/>
          <p:cNvSpPr/>
          <p:nvPr/>
        </p:nvSpPr>
        <p:spPr>
          <a:xfrm rot="10800000">
            <a:off x="0" y="4295400"/>
            <a:ext cx="1240200" cy="1240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6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1"/>
          <p:cNvSpPr/>
          <p:nvPr/>
        </p:nvSpPr>
        <p:spPr>
          <a:xfrm flipH="1" rot="10800000">
            <a:off x="7875525" y="38274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1"/>
          <p:cNvSpPr txBox="1"/>
          <p:nvPr>
            <p:ph type="title"/>
          </p:nvPr>
        </p:nvSpPr>
        <p:spPr>
          <a:xfrm>
            <a:off x="1174525" y="2167609"/>
            <a:ext cx="2328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9" name="Google Shape;169;p101"/>
          <p:cNvSpPr txBox="1"/>
          <p:nvPr>
            <p:ph idx="1" type="subTitle"/>
          </p:nvPr>
        </p:nvSpPr>
        <p:spPr>
          <a:xfrm flipH="1">
            <a:off x="1174525" y="2903110"/>
            <a:ext cx="2328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01"/>
          <p:cNvSpPr txBox="1"/>
          <p:nvPr>
            <p:ph idx="2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71" name="Google Shape;171;p101"/>
          <p:cNvSpPr txBox="1"/>
          <p:nvPr>
            <p:ph idx="3" type="title"/>
          </p:nvPr>
        </p:nvSpPr>
        <p:spPr>
          <a:xfrm>
            <a:off x="5279800" y="2166834"/>
            <a:ext cx="23280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2" name="Google Shape;172;p101"/>
          <p:cNvSpPr txBox="1"/>
          <p:nvPr>
            <p:ph idx="4" type="subTitle"/>
          </p:nvPr>
        </p:nvSpPr>
        <p:spPr>
          <a:xfrm flipH="1">
            <a:off x="5279800" y="2902300"/>
            <a:ext cx="23280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2"/>
          <p:cNvSpPr/>
          <p:nvPr/>
        </p:nvSpPr>
        <p:spPr>
          <a:xfrm rot="10800000">
            <a:off x="0" y="435650"/>
            <a:ext cx="4753200" cy="4753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2"/>
          <p:cNvSpPr txBox="1"/>
          <p:nvPr>
            <p:ph hasCustomPrompt="1" type="title"/>
          </p:nvPr>
        </p:nvSpPr>
        <p:spPr>
          <a:xfrm>
            <a:off x="608775" y="1817125"/>
            <a:ext cx="79266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76" name="Google Shape;176;p102"/>
          <p:cNvSpPr txBox="1"/>
          <p:nvPr>
            <p:ph idx="1" type="subTitle"/>
          </p:nvPr>
        </p:nvSpPr>
        <p:spPr>
          <a:xfrm flipH="1">
            <a:off x="608775" y="3130400"/>
            <a:ext cx="7926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02"/>
          <p:cNvSpPr/>
          <p:nvPr/>
        </p:nvSpPr>
        <p:spPr>
          <a:xfrm>
            <a:off x="6510300" y="0"/>
            <a:ext cx="2633700" cy="26337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52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3"/>
          <p:cNvSpPr txBox="1"/>
          <p:nvPr>
            <p:ph type="title"/>
          </p:nvPr>
        </p:nvSpPr>
        <p:spPr>
          <a:xfrm>
            <a:off x="526225" y="1824375"/>
            <a:ext cx="55872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80" name="Google Shape;180;p103"/>
          <p:cNvSpPr txBox="1"/>
          <p:nvPr>
            <p:ph idx="1" type="subTitle"/>
          </p:nvPr>
        </p:nvSpPr>
        <p:spPr>
          <a:xfrm flipH="1">
            <a:off x="526225" y="3005325"/>
            <a:ext cx="5587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4"/>
          <p:cNvSpPr/>
          <p:nvPr/>
        </p:nvSpPr>
        <p:spPr>
          <a:xfrm>
            <a:off x="1209600" y="733500"/>
            <a:ext cx="6724800" cy="3676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4"/>
          <p:cNvSpPr txBox="1"/>
          <p:nvPr>
            <p:ph type="ctrTitle"/>
          </p:nvPr>
        </p:nvSpPr>
        <p:spPr>
          <a:xfrm>
            <a:off x="1365750" y="10579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84" name="Google Shape;184;p104"/>
          <p:cNvSpPr txBox="1"/>
          <p:nvPr>
            <p:ph idx="1" type="subTitle"/>
          </p:nvPr>
        </p:nvSpPr>
        <p:spPr>
          <a:xfrm flipH="1">
            <a:off x="1310700" y="3456500"/>
            <a:ext cx="65226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54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5"/>
          <p:cNvSpPr/>
          <p:nvPr/>
        </p:nvSpPr>
        <p:spPr>
          <a:xfrm flipH="1">
            <a:off x="1963250" y="-9450"/>
            <a:ext cx="5162400" cy="51624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5"/>
          <p:cNvSpPr txBox="1"/>
          <p:nvPr>
            <p:ph type="ctrTitle"/>
          </p:nvPr>
        </p:nvSpPr>
        <p:spPr>
          <a:xfrm>
            <a:off x="2379250" y="1267450"/>
            <a:ext cx="44406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63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Font typeface="Ubuntu Condensed"/>
              <a:buNone/>
              <a:defRPr sz="100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188" name="Google Shape;188;p105"/>
          <p:cNvSpPr txBox="1"/>
          <p:nvPr>
            <p:ph idx="1" type="subTitle"/>
          </p:nvPr>
        </p:nvSpPr>
        <p:spPr>
          <a:xfrm flipH="1">
            <a:off x="2324150" y="3208850"/>
            <a:ext cx="44406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5">
  <p:cSld name="CUSTOM_14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6"/>
          <p:cNvSpPr/>
          <p:nvPr/>
        </p:nvSpPr>
        <p:spPr>
          <a:xfrm rot="10800000">
            <a:off x="8586425" y="271400"/>
            <a:ext cx="885300" cy="8853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6"/>
          <p:cNvSpPr/>
          <p:nvPr/>
        </p:nvSpPr>
        <p:spPr>
          <a:xfrm>
            <a:off x="-400200" y="392057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6"/>
          <p:cNvSpPr txBox="1"/>
          <p:nvPr>
            <p:ph idx="1" type="subTitle"/>
          </p:nvPr>
        </p:nvSpPr>
        <p:spPr>
          <a:xfrm>
            <a:off x="6199050" y="3862625"/>
            <a:ext cx="2440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93" name="Google Shape;193;p106"/>
          <p:cNvSpPr txBox="1"/>
          <p:nvPr>
            <p:ph idx="2" type="subTitle"/>
          </p:nvPr>
        </p:nvSpPr>
        <p:spPr>
          <a:xfrm>
            <a:off x="3336550" y="3862625"/>
            <a:ext cx="2470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94" name="Google Shape;194;p106"/>
          <p:cNvSpPr txBox="1"/>
          <p:nvPr>
            <p:ph idx="3" type="subTitle"/>
          </p:nvPr>
        </p:nvSpPr>
        <p:spPr>
          <a:xfrm>
            <a:off x="6199050" y="1247500"/>
            <a:ext cx="24405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5" name="Google Shape;195;p106"/>
          <p:cNvSpPr txBox="1"/>
          <p:nvPr>
            <p:ph idx="4" type="subTitle"/>
          </p:nvPr>
        </p:nvSpPr>
        <p:spPr>
          <a:xfrm>
            <a:off x="3365525" y="1247500"/>
            <a:ext cx="24129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6" name="Google Shape;196;p106"/>
          <p:cNvSpPr txBox="1"/>
          <p:nvPr>
            <p:ph idx="5" type="subTitle"/>
          </p:nvPr>
        </p:nvSpPr>
        <p:spPr>
          <a:xfrm>
            <a:off x="678125" y="3862625"/>
            <a:ext cx="2470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97" name="Google Shape;197;p106"/>
          <p:cNvSpPr txBox="1"/>
          <p:nvPr>
            <p:ph idx="6" type="subTitle"/>
          </p:nvPr>
        </p:nvSpPr>
        <p:spPr>
          <a:xfrm>
            <a:off x="707100" y="1247500"/>
            <a:ext cx="24129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8" name="Google Shape;198;p106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6">
  <p:cSld name="CUSTOM_39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7"/>
          <p:cNvSpPr/>
          <p:nvPr/>
        </p:nvSpPr>
        <p:spPr>
          <a:xfrm rot="10800000">
            <a:off x="8639550" y="2252600"/>
            <a:ext cx="885300" cy="8853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7"/>
          <p:cNvSpPr/>
          <p:nvPr/>
        </p:nvSpPr>
        <p:spPr>
          <a:xfrm flipH="1">
            <a:off x="-9525" y="-952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7"/>
          <p:cNvSpPr txBox="1"/>
          <p:nvPr>
            <p:ph idx="1" type="subTitle"/>
          </p:nvPr>
        </p:nvSpPr>
        <p:spPr>
          <a:xfrm>
            <a:off x="3751676" y="1969738"/>
            <a:ext cx="2947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03" name="Google Shape;203;p107"/>
          <p:cNvSpPr txBox="1"/>
          <p:nvPr>
            <p:ph idx="2" type="subTitle"/>
          </p:nvPr>
        </p:nvSpPr>
        <p:spPr>
          <a:xfrm>
            <a:off x="3751675" y="1564113"/>
            <a:ext cx="2947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107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05" name="Google Shape;205;p107"/>
          <p:cNvSpPr txBox="1"/>
          <p:nvPr>
            <p:ph idx="3" type="subTitle"/>
          </p:nvPr>
        </p:nvSpPr>
        <p:spPr>
          <a:xfrm>
            <a:off x="2424526" y="3868650"/>
            <a:ext cx="2947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06" name="Google Shape;206;p107"/>
          <p:cNvSpPr txBox="1"/>
          <p:nvPr>
            <p:ph idx="4" type="subTitle"/>
          </p:nvPr>
        </p:nvSpPr>
        <p:spPr>
          <a:xfrm>
            <a:off x="2424525" y="3474374"/>
            <a:ext cx="2947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8"/>
          <p:cNvSpPr/>
          <p:nvPr/>
        </p:nvSpPr>
        <p:spPr>
          <a:xfrm>
            <a:off x="253125" y="421535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8"/>
          <p:cNvSpPr/>
          <p:nvPr/>
        </p:nvSpPr>
        <p:spPr>
          <a:xfrm>
            <a:off x="2438975" y="-6112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8"/>
          <p:cNvSpPr txBox="1"/>
          <p:nvPr>
            <p:ph type="title"/>
          </p:nvPr>
        </p:nvSpPr>
        <p:spPr>
          <a:xfrm>
            <a:off x="5416400" y="441050"/>
            <a:ext cx="31284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1" name="Google Shape;211;p108"/>
          <p:cNvSpPr txBox="1"/>
          <p:nvPr>
            <p:ph idx="1" type="body"/>
          </p:nvPr>
        </p:nvSpPr>
        <p:spPr>
          <a:xfrm>
            <a:off x="5416400" y="1408716"/>
            <a:ext cx="31284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0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9"/>
          <p:cNvSpPr/>
          <p:nvPr/>
        </p:nvSpPr>
        <p:spPr>
          <a:xfrm flipH="1">
            <a:off x="0" y="0"/>
            <a:ext cx="4251300" cy="39579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9"/>
          <p:cNvSpPr txBox="1"/>
          <p:nvPr>
            <p:ph type="title"/>
          </p:nvPr>
        </p:nvSpPr>
        <p:spPr>
          <a:xfrm>
            <a:off x="606275" y="466887"/>
            <a:ext cx="31284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09"/>
          <p:cNvSpPr txBox="1"/>
          <p:nvPr>
            <p:ph idx="1" type="body"/>
          </p:nvPr>
        </p:nvSpPr>
        <p:spPr>
          <a:xfrm>
            <a:off x="606275" y="1413349"/>
            <a:ext cx="31284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6" name="Google Shape;216;p109"/>
          <p:cNvSpPr/>
          <p:nvPr/>
        </p:nvSpPr>
        <p:spPr>
          <a:xfrm>
            <a:off x="8289000" y="0"/>
            <a:ext cx="855000" cy="8550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0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0"/>
          <p:cNvSpPr/>
          <p:nvPr/>
        </p:nvSpPr>
        <p:spPr>
          <a:xfrm>
            <a:off x="1299800" y="4643200"/>
            <a:ext cx="1129200" cy="1129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0"/>
          <p:cNvSpPr/>
          <p:nvPr/>
        </p:nvSpPr>
        <p:spPr>
          <a:xfrm>
            <a:off x="7452950" y="-424100"/>
            <a:ext cx="824400" cy="824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0"/>
          <p:cNvSpPr txBox="1"/>
          <p:nvPr>
            <p:ph type="ctrTitle"/>
          </p:nvPr>
        </p:nvSpPr>
        <p:spPr>
          <a:xfrm>
            <a:off x="634275" y="1401100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21" name="Google Shape;221;p110"/>
          <p:cNvSpPr txBox="1"/>
          <p:nvPr>
            <p:ph idx="2" type="ctrTitle"/>
          </p:nvPr>
        </p:nvSpPr>
        <p:spPr>
          <a:xfrm>
            <a:off x="6956000" y="1401100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22" name="Google Shape;222;p110"/>
          <p:cNvSpPr txBox="1"/>
          <p:nvPr>
            <p:ph idx="3" type="ctrTitle"/>
          </p:nvPr>
        </p:nvSpPr>
        <p:spPr>
          <a:xfrm>
            <a:off x="2723950" y="138857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23" name="Google Shape;223;p110"/>
          <p:cNvSpPr txBox="1"/>
          <p:nvPr>
            <p:ph idx="1" type="subTitle"/>
          </p:nvPr>
        </p:nvSpPr>
        <p:spPr>
          <a:xfrm>
            <a:off x="2724000" y="1738800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4" name="Google Shape;224;p110"/>
          <p:cNvSpPr txBox="1"/>
          <p:nvPr>
            <p:ph idx="4" type="ctrTitle"/>
          </p:nvPr>
        </p:nvSpPr>
        <p:spPr>
          <a:xfrm>
            <a:off x="2723950" y="266807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25" name="Google Shape;225;p110"/>
          <p:cNvSpPr txBox="1"/>
          <p:nvPr>
            <p:ph idx="5" type="subTitle"/>
          </p:nvPr>
        </p:nvSpPr>
        <p:spPr>
          <a:xfrm>
            <a:off x="2724000" y="3018300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6" name="Google Shape;226;p110"/>
          <p:cNvSpPr txBox="1"/>
          <p:nvPr>
            <p:ph idx="6" type="ctrTitle"/>
          </p:nvPr>
        </p:nvSpPr>
        <p:spPr>
          <a:xfrm>
            <a:off x="4904450" y="1393698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27" name="Google Shape;227;p110"/>
          <p:cNvSpPr txBox="1"/>
          <p:nvPr>
            <p:ph idx="7" type="subTitle"/>
          </p:nvPr>
        </p:nvSpPr>
        <p:spPr>
          <a:xfrm>
            <a:off x="4904450" y="1738800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8" name="Google Shape;228;p110"/>
          <p:cNvSpPr txBox="1"/>
          <p:nvPr>
            <p:ph idx="8" type="ctrTitle"/>
          </p:nvPr>
        </p:nvSpPr>
        <p:spPr>
          <a:xfrm>
            <a:off x="4904400" y="266807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29" name="Google Shape;229;p110"/>
          <p:cNvSpPr txBox="1"/>
          <p:nvPr>
            <p:ph idx="9" type="subTitle"/>
          </p:nvPr>
        </p:nvSpPr>
        <p:spPr>
          <a:xfrm>
            <a:off x="4904400" y="3011393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110"/>
          <p:cNvSpPr txBox="1"/>
          <p:nvPr>
            <p:ph idx="13" type="ctrTitle"/>
          </p:nvPr>
        </p:nvSpPr>
        <p:spPr>
          <a:xfrm>
            <a:off x="1365750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4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1"/>
          <p:cNvSpPr/>
          <p:nvPr/>
        </p:nvSpPr>
        <p:spPr>
          <a:xfrm>
            <a:off x="2877050" y="2847600"/>
            <a:ext cx="5017200" cy="1443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1"/>
          <p:cNvSpPr/>
          <p:nvPr/>
        </p:nvSpPr>
        <p:spPr>
          <a:xfrm>
            <a:off x="2877050" y="1255125"/>
            <a:ext cx="5017200" cy="1443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1"/>
          <p:cNvSpPr/>
          <p:nvPr/>
        </p:nvSpPr>
        <p:spPr>
          <a:xfrm rot="10800000">
            <a:off x="0" y="4014300"/>
            <a:ext cx="1129200" cy="1129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1"/>
          <p:cNvSpPr/>
          <p:nvPr/>
        </p:nvSpPr>
        <p:spPr>
          <a:xfrm>
            <a:off x="8348070" y="327500"/>
            <a:ext cx="824400" cy="824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1"/>
          <p:cNvSpPr txBox="1"/>
          <p:nvPr>
            <p:ph type="ctrTitle"/>
          </p:nvPr>
        </p:nvSpPr>
        <p:spPr>
          <a:xfrm>
            <a:off x="1206825" y="1739884"/>
            <a:ext cx="1453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37" name="Google Shape;237;p111"/>
          <p:cNvSpPr txBox="1"/>
          <p:nvPr>
            <p:ph idx="2" type="ctrTitle"/>
          </p:nvPr>
        </p:nvSpPr>
        <p:spPr>
          <a:xfrm>
            <a:off x="1208725" y="3331785"/>
            <a:ext cx="1449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38" name="Google Shape;238;p111"/>
          <p:cNvSpPr txBox="1"/>
          <p:nvPr>
            <p:ph idx="3" type="ctrTitle"/>
          </p:nvPr>
        </p:nvSpPr>
        <p:spPr>
          <a:xfrm>
            <a:off x="3780450" y="140027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39" name="Google Shape;239;p111"/>
          <p:cNvSpPr txBox="1"/>
          <p:nvPr>
            <p:ph idx="1" type="subTitle"/>
          </p:nvPr>
        </p:nvSpPr>
        <p:spPr>
          <a:xfrm>
            <a:off x="3780500" y="1751800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0" name="Google Shape;240;p111"/>
          <p:cNvSpPr txBox="1"/>
          <p:nvPr>
            <p:ph idx="4" type="ctrTitle"/>
          </p:nvPr>
        </p:nvSpPr>
        <p:spPr>
          <a:xfrm>
            <a:off x="3780450" y="297352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41" name="Google Shape;241;p111"/>
          <p:cNvSpPr txBox="1"/>
          <p:nvPr>
            <p:ph idx="5" type="subTitle"/>
          </p:nvPr>
        </p:nvSpPr>
        <p:spPr>
          <a:xfrm>
            <a:off x="3780500" y="3314908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2" name="Google Shape;242;p111"/>
          <p:cNvSpPr txBox="1"/>
          <p:nvPr>
            <p:ph idx="6" type="ctrTitle"/>
          </p:nvPr>
        </p:nvSpPr>
        <p:spPr>
          <a:xfrm>
            <a:off x="5427550" y="139526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43" name="Google Shape;243;p111"/>
          <p:cNvSpPr txBox="1"/>
          <p:nvPr>
            <p:ph idx="7" type="subTitle"/>
          </p:nvPr>
        </p:nvSpPr>
        <p:spPr>
          <a:xfrm>
            <a:off x="5427550" y="1751800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4" name="Google Shape;244;p111"/>
          <p:cNvSpPr txBox="1"/>
          <p:nvPr>
            <p:ph idx="8" type="ctrTitle"/>
          </p:nvPr>
        </p:nvSpPr>
        <p:spPr>
          <a:xfrm>
            <a:off x="5427500" y="297352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45" name="Google Shape;245;p111"/>
          <p:cNvSpPr txBox="1"/>
          <p:nvPr>
            <p:ph idx="9" type="subTitle"/>
          </p:nvPr>
        </p:nvSpPr>
        <p:spPr>
          <a:xfrm>
            <a:off x="5427500" y="3328275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6" name="Google Shape;246;p111"/>
          <p:cNvSpPr txBox="1"/>
          <p:nvPr>
            <p:ph idx="13" type="ctrTitle"/>
          </p:nvPr>
        </p:nvSpPr>
        <p:spPr>
          <a:xfrm>
            <a:off x="1365750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2"/>
          <p:cNvSpPr txBox="1"/>
          <p:nvPr>
            <p:ph type="title"/>
          </p:nvPr>
        </p:nvSpPr>
        <p:spPr>
          <a:xfrm>
            <a:off x="466904" y="333395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9" name="Google Shape;249;p112"/>
          <p:cNvSpPr txBox="1"/>
          <p:nvPr>
            <p:ph idx="1" type="body"/>
          </p:nvPr>
        </p:nvSpPr>
        <p:spPr>
          <a:xfrm>
            <a:off x="359149" y="1108408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0" name="Google Shape;250;p112"/>
          <p:cNvSpPr/>
          <p:nvPr/>
        </p:nvSpPr>
        <p:spPr>
          <a:xfrm>
            <a:off x="162400" y="477732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2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3"/>
          <p:cNvSpPr txBox="1"/>
          <p:nvPr>
            <p:ph type="title"/>
          </p:nvPr>
        </p:nvSpPr>
        <p:spPr>
          <a:xfrm>
            <a:off x="460076" y="21162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3" name="Google Shape;253;p113"/>
          <p:cNvSpPr txBox="1"/>
          <p:nvPr>
            <p:ph idx="1" type="body"/>
          </p:nvPr>
        </p:nvSpPr>
        <p:spPr>
          <a:xfrm>
            <a:off x="1035550" y="1454149"/>
            <a:ext cx="19929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utive Mono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212A"/>
              </a:buClr>
              <a:buSzPts val="1200"/>
              <a:buFont typeface="Cutive Mono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5212A"/>
              </a:buClr>
              <a:buSzPts val="1200"/>
              <a:buFont typeface="Cutive Mono"/>
              <a:buChar char="■"/>
              <a:defRPr sz="1200"/>
            </a:lvl9pPr>
          </a:lstStyle>
          <a:p/>
        </p:txBody>
      </p:sp>
      <p:sp>
        <p:nvSpPr>
          <p:cNvPr id="254" name="Google Shape;254;p113"/>
          <p:cNvSpPr/>
          <p:nvPr/>
        </p:nvSpPr>
        <p:spPr>
          <a:xfrm>
            <a:off x="3093350" y="459702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3"/>
          <p:cNvSpPr txBox="1"/>
          <p:nvPr>
            <p:ph idx="2" type="ctrTitle"/>
          </p:nvPr>
        </p:nvSpPr>
        <p:spPr>
          <a:xfrm>
            <a:off x="1035550" y="2378975"/>
            <a:ext cx="1992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56" name="Google Shape;256;p113"/>
          <p:cNvSpPr txBox="1"/>
          <p:nvPr>
            <p:ph idx="3" type="subTitle"/>
          </p:nvPr>
        </p:nvSpPr>
        <p:spPr>
          <a:xfrm>
            <a:off x="1035614" y="2730502"/>
            <a:ext cx="19929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7" name="Google Shape;257;p113"/>
          <p:cNvSpPr txBox="1"/>
          <p:nvPr>
            <p:ph idx="4" type="ctrTitle"/>
          </p:nvPr>
        </p:nvSpPr>
        <p:spPr>
          <a:xfrm>
            <a:off x="1035550" y="3647418"/>
            <a:ext cx="1992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58" name="Google Shape;258;p113"/>
          <p:cNvSpPr txBox="1"/>
          <p:nvPr>
            <p:ph idx="5" type="subTitle"/>
          </p:nvPr>
        </p:nvSpPr>
        <p:spPr>
          <a:xfrm>
            <a:off x="1035614" y="3988803"/>
            <a:ext cx="19929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9" name="Google Shape;259;p113"/>
          <p:cNvSpPr txBox="1"/>
          <p:nvPr>
            <p:ph idx="6" type="ctrTitle"/>
          </p:nvPr>
        </p:nvSpPr>
        <p:spPr>
          <a:xfrm>
            <a:off x="1024250" y="1109199"/>
            <a:ext cx="1992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4"/>
          <p:cNvSpPr/>
          <p:nvPr/>
        </p:nvSpPr>
        <p:spPr>
          <a:xfrm>
            <a:off x="-548075" y="-8834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4"/>
          <p:cNvSpPr/>
          <p:nvPr/>
        </p:nvSpPr>
        <p:spPr>
          <a:xfrm>
            <a:off x="8050800" y="480030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4"/>
          <p:cNvSpPr txBox="1"/>
          <p:nvPr>
            <p:ph type="ctrTitle"/>
          </p:nvPr>
        </p:nvSpPr>
        <p:spPr>
          <a:xfrm>
            <a:off x="583375" y="3517025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64" name="Google Shape;264;p114"/>
          <p:cNvSpPr txBox="1"/>
          <p:nvPr>
            <p:ph idx="1" type="subTitle"/>
          </p:nvPr>
        </p:nvSpPr>
        <p:spPr>
          <a:xfrm>
            <a:off x="583425" y="3870892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5" name="Google Shape;265;p114"/>
          <p:cNvSpPr txBox="1"/>
          <p:nvPr>
            <p:ph idx="2" type="ctrTitle"/>
          </p:nvPr>
        </p:nvSpPr>
        <p:spPr>
          <a:xfrm>
            <a:off x="7110179" y="1723425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66" name="Google Shape;266;p114"/>
          <p:cNvSpPr txBox="1"/>
          <p:nvPr>
            <p:ph idx="3" type="subTitle"/>
          </p:nvPr>
        </p:nvSpPr>
        <p:spPr>
          <a:xfrm>
            <a:off x="7110179" y="2083813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7" name="Google Shape;267;p114"/>
          <p:cNvSpPr txBox="1"/>
          <p:nvPr>
            <p:ph idx="4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CUSTOM_4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5"/>
          <p:cNvSpPr/>
          <p:nvPr/>
        </p:nvSpPr>
        <p:spPr>
          <a:xfrm rot="5400000">
            <a:off x="8253300" y="425280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5"/>
          <p:cNvSpPr txBox="1"/>
          <p:nvPr>
            <p:ph type="ctrTitle"/>
          </p:nvPr>
        </p:nvSpPr>
        <p:spPr>
          <a:xfrm>
            <a:off x="1280050" y="2362484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71" name="Google Shape;271;p115"/>
          <p:cNvSpPr txBox="1"/>
          <p:nvPr>
            <p:ph idx="1" type="subTitle"/>
          </p:nvPr>
        </p:nvSpPr>
        <p:spPr>
          <a:xfrm>
            <a:off x="1280100" y="2715703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115"/>
          <p:cNvSpPr txBox="1"/>
          <p:nvPr>
            <p:ph idx="2" type="ctrTitle"/>
          </p:nvPr>
        </p:nvSpPr>
        <p:spPr>
          <a:xfrm>
            <a:off x="6309418" y="2368982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73" name="Google Shape;273;p115"/>
          <p:cNvSpPr txBox="1"/>
          <p:nvPr>
            <p:ph idx="3" type="subTitle"/>
          </p:nvPr>
        </p:nvSpPr>
        <p:spPr>
          <a:xfrm>
            <a:off x="6309418" y="2718585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4" name="Google Shape;274;p115"/>
          <p:cNvSpPr txBox="1"/>
          <p:nvPr>
            <p:ph idx="4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5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6"/>
          <p:cNvSpPr txBox="1"/>
          <p:nvPr>
            <p:ph type="title"/>
          </p:nvPr>
        </p:nvSpPr>
        <p:spPr>
          <a:xfrm>
            <a:off x="2002501" y="3200077"/>
            <a:ext cx="2172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7" name="Google Shape;277;p116"/>
          <p:cNvSpPr txBox="1"/>
          <p:nvPr>
            <p:ph idx="1" type="subTitle"/>
          </p:nvPr>
        </p:nvSpPr>
        <p:spPr>
          <a:xfrm flipH="1">
            <a:off x="2135318" y="1684511"/>
            <a:ext cx="190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116"/>
          <p:cNvSpPr txBox="1"/>
          <p:nvPr>
            <p:ph idx="2" type="title"/>
          </p:nvPr>
        </p:nvSpPr>
        <p:spPr>
          <a:xfrm>
            <a:off x="5415571" y="1896600"/>
            <a:ext cx="14478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9" name="Google Shape;279;p116"/>
          <p:cNvSpPr txBox="1"/>
          <p:nvPr>
            <p:ph idx="3" type="subTitle"/>
          </p:nvPr>
        </p:nvSpPr>
        <p:spPr>
          <a:xfrm>
            <a:off x="5195474" y="3381646"/>
            <a:ext cx="190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116"/>
          <p:cNvSpPr txBox="1"/>
          <p:nvPr>
            <p:ph idx="4" type="subTitle"/>
          </p:nvPr>
        </p:nvSpPr>
        <p:spPr>
          <a:xfrm flipH="1">
            <a:off x="2135318" y="1149335"/>
            <a:ext cx="1906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1" name="Google Shape;281;p116"/>
          <p:cNvSpPr txBox="1"/>
          <p:nvPr>
            <p:ph idx="5" type="subTitle"/>
          </p:nvPr>
        </p:nvSpPr>
        <p:spPr>
          <a:xfrm>
            <a:off x="5195474" y="3749447"/>
            <a:ext cx="1906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2" name="Google Shape;282;p116"/>
          <p:cNvSpPr/>
          <p:nvPr/>
        </p:nvSpPr>
        <p:spPr>
          <a:xfrm>
            <a:off x="-767875" y="37416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6"/>
          <p:cNvSpPr/>
          <p:nvPr/>
        </p:nvSpPr>
        <p:spPr>
          <a:xfrm>
            <a:off x="8499950" y="9984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6"/>
          <p:cNvSpPr txBox="1"/>
          <p:nvPr>
            <p:ph idx="6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4">
  <p:cSld name="CUSTOM_44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7"/>
          <p:cNvSpPr txBox="1"/>
          <p:nvPr>
            <p:ph type="title"/>
          </p:nvPr>
        </p:nvSpPr>
        <p:spPr>
          <a:xfrm>
            <a:off x="1206800" y="1638038"/>
            <a:ext cx="1323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7" name="Google Shape;287;p117"/>
          <p:cNvSpPr txBox="1"/>
          <p:nvPr>
            <p:ph idx="1" type="subTitle"/>
          </p:nvPr>
        </p:nvSpPr>
        <p:spPr>
          <a:xfrm flipH="1">
            <a:off x="2698050" y="1609200"/>
            <a:ext cx="1625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117"/>
          <p:cNvSpPr txBox="1"/>
          <p:nvPr>
            <p:ph idx="2" type="title"/>
          </p:nvPr>
        </p:nvSpPr>
        <p:spPr>
          <a:xfrm>
            <a:off x="1206799" y="3397300"/>
            <a:ext cx="1323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9" name="Google Shape;289;p117"/>
          <p:cNvSpPr txBox="1"/>
          <p:nvPr>
            <p:ph idx="3" type="subTitle"/>
          </p:nvPr>
        </p:nvSpPr>
        <p:spPr>
          <a:xfrm>
            <a:off x="2710925" y="3385700"/>
            <a:ext cx="1625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117"/>
          <p:cNvSpPr txBox="1"/>
          <p:nvPr>
            <p:ph idx="4" type="subTitle"/>
          </p:nvPr>
        </p:nvSpPr>
        <p:spPr>
          <a:xfrm flipH="1">
            <a:off x="2703596" y="1961357"/>
            <a:ext cx="1599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17"/>
          <p:cNvSpPr txBox="1"/>
          <p:nvPr>
            <p:ph idx="5" type="subTitle"/>
          </p:nvPr>
        </p:nvSpPr>
        <p:spPr>
          <a:xfrm>
            <a:off x="2710925" y="3744275"/>
            <a:ext cx="16257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117"/>
          <p:cNvSpPr txBox="1"/>
          <p:nvPr>
            <p:ph idx="6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293" name="Google Shape;293;p117"/>
          <p:cNvSpPr txBox="1"/>
          <p:nvPr>
            <p:ph idx="7" type="title"/>
          </p:nvPr>
        </p:nvSpPr>
        <p:spPr>
          <a:xfrm>
            <a:off x="4869000" y="1633013"/>
            <a:ext cx="1323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4" name="Google Shape;294;p117"/>
          <p:cNvSpPr txBox="1"/>
          <p:nvPr>
            <p:ph idx="8" type="subTitle"/>
          </p:nvPr>
        </p:nvSpPr>
        <p:spPr>
          <a:xfrm flipH="1">
            <a:off x="6411925" y="1609450"/>
            <a:ext cx="16080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117"/>
          <p:cNvSpPr txBox="1"/>
          <p:nvPr>
            <p:ph idx="9" type="subTitle"/>
          </p:nvPr>
        </p:nvSpPr>
        <p:spPr>
          <a:xfrm flipH="1">
            <a:off x="6394291" y="1963250"/>
            <a:ext cx="1608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117"/>
          <p:cNvSpPr/>
          <p:nvPr/>
        </p:nvSpPr>
        <p:spPr>
          <a:xfrm>
            <a:off x="8207480" y="0"/>
            <a:ext cx="955500" cy="955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7"/>
          <p:cNvSpPr/>
          <p:nvPr/>
        </p:nvSpPr>
        <p:spPr>
          <a:xfrm rot="10800000">
            <a:off x="0" y="425280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7"/>
          <p:cNvSpPr txBox="1"/>
          <p:nvPr>
            <p:ph idx="13" type="title"/>
          </p:nvPr>
        </p:nvSpPr>
        <p:spPr>
          <a:xfrm>
            <a:off x="4869000" y="3397300"/>
            <a:ext cx="1323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9" name="Google Shape;299;p117"/>
          <p:cNvSpPr txBox="1"/>
          <p:nvPr>
            <p:ph idx="14" type="subTitle"/>
          </p:nvPr>
        </p:nvSpPr>
        <p:spPr>
          <a:xfrm flipH="1">
            <a:off x="6383773" y="3393175"/>
            <a:ext cx="16179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0" name="Google Shape;300;p117"/>
          <p:cNvSpPr txBox="1"/>
          <p:nvPr>
            <p:ph idx="15" type="subTitle"/>
          </p:nvPr>
        </p:nvSpPr>
        <p:spPr>
          <a:xfrm flipH="1">
            <a:off x="6391625" y="3734580"/>
            <a:ext cx="1617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8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8"/>
          <p:cNvSpPr/>
          <p:nvPr/>
        </p:nvSpPr>
        <p:spPr>
          <a:xfrm rot="10800000">
            <a:off x="8901525" y="3692400"/>
            <a:ext cx="955500" cy="955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8"/>
          <p:cNvSpPr/>
          <p:nvPr/>
        </p:nvSpPr>
        <p:spPr>
          <a:xfrm>
            <a:off x="-486150" y="72275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8"/>
          <p:cNvSpPr txBox="1"/>
          <p:nvPr>
            <p:ph type="ctrTitle"/>
          </p:nvPr>
        </p:nvSpPr>
        <p:spPr>
          <a:xfrm>
            <a:off x="1365726" y="327500"/>
            <a:ext cx="64125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05" name="Google Shape;305;p118"/>
          <p:cNvSpPr txBox="1"/>
          <p:nvPr>
            <p:ph idx="2" type="ctrTitle"/>
          </p:nvPr>
        </p:nvSpPr>
        <p:spPr>
          <a:xfrm>
            <a:off x="1148350" y="1558375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06" name="Google Shape;306;p118"/>
          <p:cNvSpPr txBox="1"/>
          <p:nvPr>
            <p:ph idx="1" type="subTitle"/>
          </p:nvPr>
        </p:nvSpPr>
        <p:spPr>
          <a:xfrm>
            <a:off x="1148400" y="1908605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7" name="Google Shape;307;p118"/>
          <p:cNvSpPr txBox="1"/>
          <p:nvPr>
            <p:ph idx="3" type="ctrTitle"/>
          </p:nvPr>
        </p:nvSpPr>
        <p:spPr>
          <a:xfrm>
            <a:off x="3720650" y="1558375"/>
            <a:ext cx="1702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08" name="Google Shape;308;p118"/>
          <p:cNvSpPr txBox="1"/>
          <p:nvPr>
            <p:ph idx="4" type="subTitle"/>
          </p:nvPr>
        </p:nvSpPr>
        <p:spPr>
          <a:xfrm>
            <a:off x="3720649" y="1908605"/>
            <a:ext cx="1702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9" name="Google Shape;309;p118"/>
          <p:cNvSpPr txBox="1"/>
          <p:nvPr>
            <p:ph idx="5" type="ctrTitle"/>
          </p:nvPr>
        </p:nvSpPr>
        <p:spPr>
          <a:xfrm>
            <a:off x="6432350" y="1558375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10" name="Google Shape;310;p118"/>
          <p:cNvSpPr txBox="1"/>
          <p:nvPr>
            <p:ph idx="6" type="subTitle"/>
          </p:nvPr>
        </p:nvSpPr>
        <p:spPr>
          <a:xfrm>
            <a:off x="6432351" y="1908605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1" name="Google Shape;311;p118"/>
          <p:cNvSpPr txBox="1"/>
          <p:nvPr>
            <p:ph idx="7" type="ctrTitle"/>
          </p:nvPr>
        </p:nvSpPr>
        <p:spPr>
          <a:xfrm>
            <a:off x="1148400" y="3218850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12" name="Google Shape;312;p118"/>
          <p:cNvSpPr txBox="1"/>
          <p:nvPr>
            <p:ph idx="8" type="subTitle"/>
          </p:nvPr>
        </p:nvSpPr>
        <p:spPr>
          <a:xfrm>
            <a:off x="1148400" y="3578951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3" name="Google Shape;313;p118"/>
          <p:cNvSpPr txBox="1"/>
          <p:nvPr>
            <p:ph idx="9" type="ctrTitle"/>
          </p:nvPr>
        </p:nvSpPr>
        <p:spPr>
          <a:xfrm>
            <a:off x="3790375" y="3218850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14" name="Google Shape;314;p118"/>
          <p:cNvSpPr txBox="1"/>
          <p:nvPr>
            <p:ph idx="13" type="subTitle"/>
          </p:nvPr>
        </p:nvSpPr>
        <p:spPr>
          <a:xfrm>
            <a:off x="3790381" y="3578951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5" name="Google Shape;315;p118"/>
          <p:cNvSpPr txBox="1"/>
          <p:nvPr>
            <p:ph idx="14" type="ctrTitle"/>
          </p:nvPr>
        </p:nvSpPr>
        <p:spPr>
          <a:xfrm>
            <a:off x="6432350" y="3218850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16" name="Google Shape;316;p118"/>
          <p:cNvSpPr txBox="1"/>
          <p:nvPr>
            <p:ph idx="15" type="subTitle"/>
          </p:nvPr>
        </p:nvSpPr>
        <p:spPr>
          <a:xfrm>
            <a:off x="6432351" y="3578951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48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9"/>
          <p:cNvSpPr/>
          <p:nvPr/>
        </p:nvSpPr>
        <p:spPr>
          <a:xfrm>
            <a:off x="148775" y="-84487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9"/>
          <p:cNvSpPr/>
          <p:nvPr/>
        </p:nvSpPr>
        <p:spPr>
          <a:xfrm>
            <a:off x="7855175" y="476820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9"/>
          <p:cNvSpPr txBox="1"/>
          <p:nvPr>
            <p:ph type="ctrTitle"/>
          </p:nvPr>
        </p:nvSpPr>
        <p:spPr>
          <a:xfrm>
            <a:off x="2448222" y="1578804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21" name="Google Shape;321;p119"/>
          <p:cNvSpPr txBox="1"/>
          <p:nvPr>
            <p:ph idx="1" type="subTitle"/>
          </p:nvPr>
        </p:nvSpPr>
        <p:spPr>
          <a:xfrm>
            <a:off x="2448272" y="1925698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119"/>
          <p:cNvSpPr txBox="1"/>
          <p:nvPr>
            <p:ph idx="2" type="ctrTitle"/>
          </p:nvPr>
        </p:nvSpPr>
        <p:spPr>
          <a:xfrm>
            <a:off x="5124776" y="1579870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23" name="Google Shape;323;p119"/>
          <p:cNvSpPr txBox="1"/>
          <p:nvPr>
            <p:ph idx="3" type="subTitle"/>
          </p:nvPr>
        </p:nvSpPr>
        <p:spPr>
          <a:xfrm>
            <a:off x="5124789" y="1926764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4" name="Google Shape;324;p119"/>
          <p:cNvSpPr txBox="1"/>
          <p:nvPr>
            <p:ph idx="4" type="ctrTitle"/>
          </p:nvPr>
        </p:nvSpPr>
        <p:spPr>
          <a:xfrm>
            <a:off x="2457344" y="311772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25" name="Google Shape;325;p119"/>
          <p:cNvSpPr txBox="1"/>
          <p:nvPr>
            <p:ph idx="5" type="subTitle"/>
          </p:nvPr>
        </p:nvSpPr>
        <p:spPr>
          <a:xfrm>
            <a:off x="2457344" y="3477607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119"/>
          <p:cNvSpPr txBox="1"/>
          <p:nvPr>
            <p:ph idx="6" type="ctrTitle"/>
          </p:nvPr>
        </p:nvSpPr>
        <p:spPr>
          <a:xfrm>
            <a:off x="5124783" y="311772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27" name="Google Shape;327;p119"/>
          <p:cNvSpPr txBox="1"/>
          <p:nvPr>
            <p:ph idx="7" type="subTitle"/>
          </p:nvPr>
        </p:nvSpPr>
        <p:spPr>
          <a:xfrm>
            <a:off x="5124789" y="3477607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8" name="Google Shape;328;p119"/>
          <p:cNvSpPr txBox="1"/>
          <p:nvPr>
            <p:ph idx="8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0"/>
          <p:cNvSpPr/>
          <p:nvPr/>
        </p:nvSpPr>
        <p:spPr>
          <a:xfrm>
            <a:off x="4300825" y="-217650"/>
            <a:ext cx="1761900" cy="17619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0"/>
          <p:cNvSpPr/>
          <p:nvPr/>
        </p:nvSpPr>
        <p:spPr>
          <a:xfrm rot="-5400000">
            <a:off x="-649200" y="4242225"/>
            <a:ext cx="1369200" cy="1369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0"/>
          <p:cNvSpPr txBox="1"/>
          <p:nvPr>
            <p:ph type="title"/>
          </p:nvPr>
        </p:nvSpPr>
        <p:spPr>
          <a:xfrm>
            <a:off x="1117524" y="3064825"/>
            <a:ext cx="2462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3" name="Google Shape;333;p120"/>
          <p:cNvSpPr txBox="1"/>
          <p:nvPr>
            <p:ph idx="2" type="title"/>
          </p:nvPr>
        </p:nvSpPr>
        <p:spPr>
          <a:xfrm>
            <a:off x="836650" y="1023556"/>
            <a:ext cx="29403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4" name="Google Shape;334;p120"/>
          <p:cNvSpPr txBox="1"/>
          <p:nvPr>
            <p:ph idx="1" type="subTitle"/>
          </p:nvPr>
        </p:nvSpPr>
        <p:spPr>
          <a:xfrm flipH="1">
            <a:off x="1117524" y="3757481"/>
            <a:ext cx="2462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46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1"/>
          <p:cNvSpPr/>
          <p:nvPr/>
        </p:nvSpPr>
        <p:spPr>
          <a:xfrm rot="-5400000">
            <a:off x="-440425" y="4146350"/>
            <a:ext cx="1369200" cy="1369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1"/>
          <p:cNvSpPr txBox="1"/>
          <p:nvPr>
            <p:ph type="title"/>
          </p:nvPr>
        </p:nvSpPr>
        <p:spPr>
          <a:xfrm>
            <a:off x="5176750" y="3038432"/>
            <a:ext cx="3256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8" name="Google Shape;338;p121"/>
          <p:cNvSpPr txBox="1"/>
          <p:nvPr>
            <p:ph idx="2" type="title"/>
          </p:nvPr>
        </p:nvSpPr>
        <p:spPr>
          <a:xfrm>
            <a:off x="5334850" y="997169"/>
            <a:ext cx="29403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9" name="Google Shape;339;p121"/>
          <p:cNvSpPr txBox="1"/>
          <p:nvPr>
            <p:ph idx="1" type="subTitle"/>
          </p:nvPr>
        </p:nvSpPr>
        <p:spPr>
          <a:xfrm flipH="1">
            <a:off x="5573650" y="3727856"/>
            <a:ext cx="2462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5">
  <p:cSld name="CUSTOM_25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2"/>
          <p:cNvSpPr/>
          <p:nvPr/>
        </p:nvSpPr>
        <p:spPr>
          <a:xfrm>
            <a:off x="7019600" y="-102467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2"/>
          <p:cNvSpPr/>
          <p:nvPr/>
        </p:nvSpPr>
        <p:spPr>
          <a:xfrm>
            <a:off x="2563975" y="492872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2"/>
          <p:cNvSpPr/>
          <p:nvPr/>
        </p:nvSpPr>
        <p:spPr>
          <a:xfrm rot="10800000">
            <a:off x="8901525" y="3692400"/>
            <a:ext cx="955500" cy="955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2"/>
          <p:cNvSpPr txBox="1"/>
          <p:nvPr>
            <p:ph type="ctrTitle"/>
          </p:nvPr>
        </p:nvSpPr>
        <p:spPr>
          <a:xfrm>
            <a:off x="1365726" y="327500"/>
            <a:ext cx="64125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45" name="Google Shape;345;p122"/>
          <p:cNvSpPr txBox="1"/>
          <p:nvPr>
            <p:ph idx="2" type="ctrTitle"/>
          </p:nvPr>
        </p:nvSpPr>
        <p:spPr>
          <a:xfrm>
            <a:off x="1061109" y="1716318"/>
            <a:ext cx="1702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46" name="Google Shape;346;p122"/>
          <p:cNvSpPr txBox="1"/>
          <p:nvPr>
            <p:ph idx="1" type="subTitle"/>
          </p:nvPr>
        </p:nvSpPr>
        <p:spPr>
          <a:xfrm>
            <a:off x="1061109" y="2066548"/>
            <a:ext cx="1702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122"/>
          <p:cNvSpPr txBox="1"/>
          <p:nvPr>
            <p:ph idx="3" type="ctrTitle"/>
          </p:nvPr>
        </p:nvSpPr>
        <p:spPr>
          <a:xfrm>
            <a:off x="6370325" y="1714400"/>
            <a:ext cx="1702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48" name="Google Shape;348;p122"/>
          <p:cNvSpPr txBox="1"/>
          <p:nvPr>
            <p:ph idx="4" type="subTitle"/>
          </p:nvPr>
        </p:nvSpPr>
        <p:spPr>
          <a:xfrm>
            <a:off x="6370327" y="2064630"/>
            <a:ext cx="1702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9" name="Google Shape;349;p122"/>
          <p:cNvSpPr txBox="1"/>
          <p:nvPr>
            <p:ph idx="5" type="ctrTitle"/>
          </p:nvPr>
        </p:nvSpPr>
        <p:spPr>
          <a:xfrm>
            <a:off x="1061100" y="3332725"/>
            <a:ext cx="1702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50" name="Google Shape;350;p122"/>
          <p:cNvSpPr txBox="1"/>
          <p:nvPr>
            <p:ph idx="6" type="subTitle"/>
          </p:nvPr>
        </p:nvSpPr>
        <p:spPr>
          <a:xfrm>
            <a:off x="1061106" y="3673565"/>
            <a:ext cx="17028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122"/>
          <p:cNvSpPr txBox="1"/>
          <p:nvPr>
            <p:ph idx="7" type="ctrTitle"/>
          </p:nvPr>
        </p:nvSpPr>
        <p:spPr>
          <a:xfrm>
            <a:off x="6372946" y="3332725"/>
            <a:ext cx="1702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52" name="Google Shape;352;p122"/>
          <p:cNvSpPr txBox="1"/>
          <p:nvPr>
            <p:ph idx="8" type="subTitle"/>
          </p:nvPr>
        </p:nvSpPr>
        <p:spPr>
          <a:xfrm>
            <a:off x="6372948" y="3673565"/>
            <a:ext cx="17028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CUSTOM_6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3"/>
          <p:cNvSpPr txBox="1"/>
          <p:nvPr>
            <p:ph type="ctrTitle"/>
          </p:nvPr>
        </p:nvSpPr>
        <p:spPr>
          <a:xfrm>
            <a:off x="1365726" y="327500"/>
            <a:ext cx="64125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55" name="Google Shape;355;p123"/>
          <p:cNvSpPr txBox="1"/>
          <p:nvPr>
            <p:ph idx="2" type="ctrTitle"/>
          </p:nvPr>
        </p:nvSpPr>
        <p:spPr>
          <a:xfrm>
            <a:off x="1501664" y="2226750"/>
            <a:ext cx="1707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56" name="Google Shape;356;p123"/>
          <p:cNvSpPr txBox="1"/>
          <p:nvPr>
            <p:ph idx="1" type="subTitle"/>
          </p:nvPr>
        </p:nvSpPr>
        <p:spPr>
          <a:xfrm>
            <a:off x="1501664" y="2576977"/>
            <a:ext cx="1707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7" name="Google Shape;357;p123"/>
          <p:cNvSpPr txBox="1"/>
          <p:nvPr>
            <p:ph idx="3" type="ctrTitle"/>
          </p:nvPr>
        </p:nvSpPr>
        <p:spPr>
          <a:xfrm>
            <a:off x="4750883" y="2226750"/>
            <a:ext cx="1707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58" name="Google Shape;358;p123"/>
          <p:cNvSpPr txBox="1"/>
          <p:nvPr>
            <p:ph idx="4" type="subTitle"/>
          </p:nvPr>
        </p:nvSpPr>
        <p:spPr>
          <a:xfrm>
            <a:off x="4750778" y="2576975"/>
            <a:ext cx="1707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123"/>
          <p:cNvSpPr/>
          <p:nvPr/>
        </p:nvSpPr>
        <p:spPr>
          <a:xfrm>
            <a:off x="-581925" y="268535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3"/>
          <p:cNvSpPr/>
          <p:nvPr/>
        </p:nvSpPr>
        <p:spPr>
          <a:xfrm>
            <a:off x="8310700" y="-8112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47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4"/>
          <p:cNvSpPr txBox="1"/>
          <p:nvPr>
            <p:ph type="ctrTitle"/>
          </p:nvPr>
        </p:nvSpPr>
        <p:spPr>
          <a:xfrm>
            <a:off x="1365726" y="327500"/>
            <a:ext cx="64125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63" name="Google Shape;363;p124"/>
          <p:cNvSpPr txBox="1"/>
          <p:nvPr>
            <p:ph idx="2" type="ctrTitle"/>
          </p:nvPr>
        </p:nvSpPr>
        <p:spPr>
          <a:xfrm>
            <a:off x="1986126" y="3718875"/>
            <a:ext cx="16821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64" name="Google Shape;364;p124"/>
          <p:cNvSpPr txBox="1"/>
          <p:nvPr>
            <p:ph idx="1" type="subTitle"/>
          </p:nvPr>
        </p:nvSpPr>
        <p:spPr>
          <a:xfrm>
            <a:off x="1986000" y="4070400"/>
            <a:ext cx="16821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5" name="Google Shape;365;p124"/>
          <p:cNvSpPr txBox="1"/>
          <p:nvPr>
            <p:ph idx="3" type="ctrTitle"/>
          </p:nvPr>
        </p:nvSpPr>
        <p:spPr>
          <a:xfrm>
            <a:off x="1985997" y="2580911"/>
            <a:ext cx="1682100" cy="4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66" name="Google Shape;366;p124"/>
          <p:cNvSpPr txBox="1"/>
          <p:nvPr>
            <p:ph idx="4" type="subTitle"/>
          </p:nvPr>
        </p:nvSpPr>
        <p:spPr>
          <a:xfrm>
            <a:off x="1986003" y="2922398"/>
            <a:ext cx="16821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124"/>
          <p:cNvSpPr txBox="1"/>
          <p:nvPr>
            <p:ph idx="5" type="ctrTitle"/>
          </p:nvPr>
        </p:nvSpPr>
        <p:spPr>
          <a:xfrm>
            <a:off x="1986000" y="1446589"/>
            <a:ext cx="1682100" cy="44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68" name="Google Shape;368;p124"/>
          <p:cNvSpPr txBox="1"/>
          <p:nvPr>
            <p:ph idx="6" type="subTitle"/>
          </p:nvPr>
        </p:nvSpPr>
        <p:spPr>
          <a:xfrm>
            <a:off x="1986001" y="1798214"/>
            <a:ext cx="16821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9" name="Google Shape;369;p124"/>
          <p:cNvSpPr/>
          <p:nvPr/>
        </p:nvSpPr>
        <p:spPr>
          <a:xfrm rot="-5400000">
            <a:off x="0" y="0"/>
            <a:ext cx="950400" cy="950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4"/>
          <p:cNvSpPr txBox="1"/>
          <p:nvPr>
            <p:ph idx="7" type="ctrTitle"/>
          </p:nvPr>
        </p:nvSpPr>
        <p:spPr>
          <a:xfrm>
            <a:off x="670400" y="3718875"/>
            <a:ext cx="1118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71" name="Google Shape;371;p124"/>
          <p:cNvSpPr txBox="1"/>
          <p:nvPr>
            <p:ph idx="8" type="ctrTitle"/>
          </p:nvPr>
        </p:nvSpPr>
        <p:spPr>
          <a:xfrm>
            <a:off x="695989" y="2580900"/>
            <a:ext cx="1118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72" name="Google Shape;372;p124"/>
          <p:cNvSpPr txBox="1"/>
          <p:nvPr>
            <p:ph idx="9" type="ctrTitle"/>
          </p:nvPr>
        </p:nvSpPr>
        <p:spPr>
          <a:xfrm>
            <a:off x="695989" y="1442925"/>
            <a:ext cx="1118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6">
  <p:cSld name="CUSTOM_15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5"/>
          <p:cNvSpPr/>
          <p:nvPr/>
        </p:nvSpPr>
        <p:spPr>
          <a:xfrm>
            <a:off x="8901850" y="9465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5"/>
          <p:cNvSpPr/>
          <p:nvPr/>
        </p:nvSpPr>
        <p:spPr>
          <a:xfrm>
            <a:off x="3233700" y="34842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5"/>
          <p:cNvSpPr txBox="1"/>
          <p:nvPr>
            <p:ph idx="1" type="subTitle"/>
          </p:nvPr>
        </p:nvSpPr>
        <p:spPr>
          <a:xfrm>
            <a:off x="5594950" y="1423200"/>
            <a:ext cx="2440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77" name="Google Shape;377;p125"/>
          <p:cNvSpPr txBox="1"/>
          <p:nvPr>
            <p:ph idx="2" type="subTitle"/>
          </p:nvPr>
        </p:nvSpPr>
        <p:spPr>
          <a:xfrm>
            <a:off x="5594961" y="2427100"/>
            <a:ext cx="2440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78" name="Google Shape;378;p125"/>
          <p:cNvSpPr txBox="1"/>
          <p:nvPr>
            <p:ph idx="3" type="subTitle"/>
          </p:nvPr>
        </p:nvSpPr>
        <p:spPr>
          <a:xfrm>
            <a:off x="5594962" y="3475737"/>
            <a:ext cx="24405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79" name="Google Shape;379;p125"/>
          <p:cNvSpPr txBox="1"/>
          <p:nvPr>
            <p:ph type="ctrTitle"/>
          </p:nvPr>
        </p:nvSpPr>
        <p:spPr>
          <a:xfrm>
            <a:off x="6138482" y="352750"/>
            <a:ext cx="23892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80" name="Google Shape;380;p125"/>
          <p:cNvSpPr txBox="1"/>
          <p:nvPr>
            <p:ph idx="4" type="subTitle"/>
          </p:nvPr>
        </p:nvSpPr>
        <p:spPr>
          <a:xfrm>
            <a:off x="5594949" y="1603725"/>
            <a:ext cx="2440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1" name="Google Shape;381;p125"/>
          <p:cNvSpPr txBox="1"/>
          <p:nvPr>
            <p:ph idx="5" type="subTitle"/>
          </p:nvPr>
        </p:nvSpPr>
        <p:spPr>
          <a:xfrm>
            <a:off x="5594949" y="2612948"/>
            <a:ext cx="2440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2" name="Google Shape;382;p125"/>
          <p:cNvSpPr txBox="1"/>
          <p:nvPr>
            <p:ph idx="6" type="subTitle"/>
          </p:nvPr>
        </p:nvSpPr>
        <p:spPr>
          <a:xfrm>
            <a:off x="5594939" y="3645066"/>
            <a:ext cx="2440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7">
  <p:cSld name="CUSTOM_49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6"/>
          <p:cNvSpPr/>
          <p:nvPr/>
        </p:nvSpPr>
        <p:spPr>
          <a:xfrm>
            <a:off x="8901850" y="9465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6"/>
          <p:cNvSpPr txBox="1"/>
          <p:nvPr>
            <p:ph idx="1" type="subTitle"/>
          </p:nvPr>
        </p:nvSpPr>
        <p:spPr>
          <a:xfrm>
            <a:off x="649801" y="3019266"/>
            <a:ext cx="2586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86" name="Google Shape;386;p126"/>
          <p:cNvSpPr txBox="1"/>
          <p:nvPr>
            <p:ph idx="2" type="subTitle"/>
          </p:nvPr>
        </p:nvSpPr>
        <p:spPr>
          <a:xfrm>
            <a:off x="5911206" y="3040012"/>
            <a:ext cx="2586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87" name="Google Shape;387;p126"/>
          <p:cNvSpPr txBox="1"/>
          <p:nvPr>
            <p:ph type="ctrTitle"/>
          </p:nvPr>
        </p:nvSpPr>
        <p:spPr>
          <a:xfrm>
            <a:off x="6138482" y="352750"/>
            <a:ext cx="23892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88" name="Google Shape;388;p126"/>
          <p:cNvSpPr txBox="1"/>
          <p:nvPr>
            <p:ph idx="3" type="subTitle"/>
          </p:nvPr>
        </p:nvSpPr>
        <p:spPr>
          <a:xfrm>
            <a:off x="649801" y="3199800"/>
            <a:ext cx="25869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9" name="Google Shape;389;p126"/>
          <p:cNvSpPr txBox="1"/>
          <p:nvPr>
            <p:ph idx="4" type="subTitle"/>
          </p:nvPr>
        </p:nvSpPr>
        <p:spPr>
          <a:xfrm>
            <a:off x="5911182" y="3215722"/>
            <a:ext cx="25869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0" name="Google Shape;390;p126"/>
          <p:cNvSpPr/>
          <p:nvPr/>
        </p:nvSpPr>
        <p:spPr>
          <a:xfrm rot="10800000">
            <a:off x="0" y="4157100"/>
            <a:ext cx="986400" cy="986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6">
  <p:cSld name="CUSTOM_17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7"/>
          <p:cNvSpPr/>
          <p:nvPr/>
        </p:nvSpPr>
        <p:spPr>
          <a:xfrm>
            <a:off x="148775" y="-84487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27"/>
          <p:cNvSpPr/>
          <p:nvPr/>
        </p:nvSpPr>
        <p:spPr>
          <a:xfrm>
            <a:off x="7855175" y="476820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7"/>
          <p:cNvSpPr txBox="1"/>
          <p:nvPr>
            <p:ph type="ctrTitle"/>
          </p:nvPr>
        </p:nvSpPr>
        <p:spPr>
          <a:xfrm>
            <a:off x="2905422" y="1578804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95" name="Google Shape;395;p127"/>
          <p:cNvSpPr txBox="1"/>
          <p:nvPr>
            <p:ph idx="1" type="subTitle"/>
          </p:nvPr>
        </p:nvSpPr>
        <p:spPr>
          <a:xfrm>
            <a:off x="2905472" y="1935836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6" name="Google Shape;396;p127"/>
          <p:cNvSpPr txBox="1"/>
          <p:nvPr>
            <p:ph idx="2" type="ctrTitle"/>
          </p:nvPr>
        </p:nvSpPr>
        <p:spPr>
          <a:xfrm>
            <a:off x="4591376" y="1569732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97" name="Google Shape;397;p127"/>
          <p:cNvSpPr txBox="1"/>
          <p:nvPr>
            <p:ph idx="3" type="subTitle"/>
          </p:nvPr>
        </p:nvSpPr>
        <p:spPr>
          <a:xfrm>
            <a:off x="4591389" y="1926764"/>
            <a:ext cx="15633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8" name="Google Shape;398;p127"/>
          <p:cNvSpPr txBox="1"/>
          <p:nvPr>
            <p:ph idx="4" type="ctrTitle"/>
          </p:nvPr>
        </p:nvSpPr>
        <p:spPr>
          <a:xfrm>
            <a:off x="2914544" y="311772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399" name="Google Shape;399;p127"/>
          <p:cNvSpPr txBox="1"/>
          <p:nvPr>
            <p:ph idx="5" type="subTitle"/>
          </p:nvPr>
        </p:nvSpPr>
        <p:spPr>
          <a:xfrm>
            <a:off x="2914544" y="3487744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0" name="Google Shape;400;p127"/>
          <p:cNvSpPr txBox="1"/>
          <p:nvPr>
            <p:ph idx="6" type="ctrTitle"/>
          </p:nvPr>
        </p:nvSpPr>
        <p:spPr>
          <a:xfrm>
            <a:off x="4591383" y="3117721"/>
            <a:ext cx="1563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401" name="Google Shape;401;p127"/>
          <p:cNvSpPr txBox="1"/>
          <p:nvPr>
            <p:ph idx="7" type="subTitle"/>
          </p:nvPr>
        </p:nvSpPr>
        <p:spPr>
          <a:xfrm>
            <a:off x="4591389" y="3487744"/>
            <a:ext cx="156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2" name="Google Shape;402;p127"/>
          <p:cNvSpPr txBox="1"/>
          <p:nvPr>
            <p:ph idx="8"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8"/>
          <p:cNvSpPr/>
          <p:nvPr/>
        </p:nvSpPr>
        <p:spPr>
          <a:xfrm flipH="1">
            <a:off x="8153575" y="256942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8"/>
          <p:cNvSpPr txBox="1"/>
          <p:nvPr>
            <p:ph type="title"/>
          </p:nvPr>
        </p:nvSpPr>
        <p:spPr>
          <a:xfrm>
            <a:off x="487200" y="1804650"/>
            <a:ext cx="16422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6" name="Google Shape;406;p128"/>
          <p:cNvSpPr txBox="1"/>
          <p:nvPr>
            <p:ph idx="1" type="subTitle"/>
          </p:nvPr>
        </p:nvSpPr>
        <p:spPr>
          <a:xfrm flipH="1">
            <a:off x="5254213" y="1636129"/>
            <a:ext cx="26481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7" name="Google Shape;407;p128"/>
          <p:cNvSpPr txBox="1"/>
          <p:nvPr>
            <p:ph idx="2" type="subTitle"/>
          </p:nvPr>
        </p:nvSpPr>
        <p:spPr>
          <a:xfrm>
            <a:off x="5254125" y="3782425"/>
            <a:ext cx="26481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128"/>
          <p:cNvSpPr txBox="1"/>
          <p:nvPr>
            <p:ph idx="3" type="subTitle"/>
          </p:nvPr>
        </p:nvSpPr>
        <p:spPr>
          <a:xfrm flipH="1">
            <a:off x="5254128" y="1094405"/>
            <a:ext cx="2648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128"/>
          <p:cNvSpPr txBox="1"/>
          <p:nvPr>
            <p:ph idx="4" type="subTitle"/>
          </p:nvPr>
        </p:nvSpPr>
        <p:spPr>
          <a:xfrm>
            <a:off x="5254125" y="3251200"/>
            <a:ext cx="26481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9"/>
          <p:cNvSpPr/>
          <p:nvPr/>
        </p:nvSpPr>
        <p:spPr>
          <a:xfrm flipH="1">
            <a:off x="8191675" y="413152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9"/>
          <p:cNvSpPr txBox="1"/>
          <p:nvPr>
            <p:ph type="title"/>
          </p:nvPr>
        </p:nvSpPr>
        <p:spPr>
          <a:xfrm>
            <a:off x="596525" y="246525"/>
            <a:ext cx="80226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3" name="Google Shape;413;p129"/>
          <p:cNvSpPr txBox="1"/>
          <p:nvPr>
            <p:ph idx="1" type="subTitle"/>
          </p:nvPr>
        </p:nvSpPr>
        <p:spPr>
          <a:xfrm flipH="1">
            <a:off x="596613" y="3717954"/>
            <a:ext cx="26481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129"/>
          <p:cNvSpPr txBox="1"/>
          <p:nvPr>
            <p:ph idx="2" type="subTitle"/>
          </p:nvPr>
        </p:nvSpPr>
        <p:spPr>
          <a:xfrm>
            <a:off x="5971025" y="3721600"/>
            <a:ext cx="26481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p129"/>
          <p:cNvSpPr txBox="1"/>
          <p:nvPr>
            <p:ph idx="3" type="subTitle"/>
          </p:nvPr>
        </p:nvSpPr>
        <p:spPr>
          <a:xfrm flipH="1">
            <a:off x="596528" y="3251205"/>
            <a:ext cx="2648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129"/>
          <p:cNvSpPr txBox="1"/>
          <p:nvPr>
            <p:ph idx="4" type="subTitle"/>
          </p:nvPr>
        </p:nvSpPr>
        <p:spPr>
          <a:xfrm>
            <a:off x="5971025" y="3251200"/>
            <a:ext cx="26481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7" name="Google Shape;417;p129"/>
          <p:cNvSpPr txBox="1"/>
          <p:nvPr>
            <p:ph idx="5" type="subTitle"/>
          </p:nvPr>
        </p:nvSpPr>
        <p:spPr>
          <a:xfrm>
            <a:off x="3283825" y="3717950"/>
            <a:ext cx="26481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8" name="Google Shape;418;p129"/>
          <p:cNvSpPr txBox="1"/>
          <p:nvPr>
            <p:ph idx="6" type="subTitle"/>
          </p:nvPr>
        </p:nvSpPr>
        <p:spPr>
          <a:xfrm>
            <a:off x="3283825" y="3247550"/>
            <a:ext cx="26481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27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0"/>
          <p:cNvSpPr/>
          <p:nvPr/>
        </p:nvSpPr>
        <p:spPr>
          <a:xfrm rot="10800000">
            <a:off x="2551394" y="3667539"/>
            <a:ext cx="1562400" cy="1562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30"/>
          <p:cNvSpPr/>
          <p:nvPr/>
        </p:nvSpPr>
        <p:spPr>
          <a:xfrm rot="10800000">
            <a:off x="-615556" y="392264"/>
            <a:ext cx="1562400" cy="1562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30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5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1"/>
          <p:cNvSpPr/>
          <p:nvPr/>
        </p:nvSpPr>
        <p:spPr>
          <a:xfrm flipH="1" rot="10800000">
            <a:off x="7847294" y="1265339"/>
            <a:ext cx="1562400" cy="1562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1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426" name="Google Shape;426;p131"/>
          <p:cNvSpPr txBox="1"/>
          <p:nvPr>
            <p:ph idx="1" type="subTitle"/>
          </p:nvPr>
        </p:nvSpPr>
        <p:spPr>
          <a:xfrm>
            <a:off x="657450" y="1923600"/>
            <a:ext cx="28941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427" name="Google Shape;427;p131"/>
          <p:cNvSpPr txBox="1"/>
          <p:nvPr>
            <p:ph idx="2" type="subTitle"/>
          </p:nvPr>
        </p:nvSpPr>
        <p:spPr>
          <a:xfrm>
            <a:off x="657450" y="2532900"/>
            <a:ext cx="2894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8" name="Google Shape;428;p131"/>
          <p:cNvSpPr/>
          <p:nvPr/>
        </p:nvSpPr>
        <p:spPr>
          <a:xfrm rot="10800000">
            <a:off x="-165775" y="915512"/>
            <a:ext cx="3993600" cy="39936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59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2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  <p:sp>
        <p:nvSpPr>
          <p:cNvPr id="431" name="Google Shape;431;p132"/>
          <p:cNvSpPr txBox="1"/>
          <p:nvPr>
            <p:ph idx="1" type="subTitle"/>
          </p:nvPr>
        </p:nvSpPr>
        <p:spPr>
          <a:xfrm>
            <a:off x="5184600" y="2516525"/>
            <a:ext cx="29511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 Condensed Medium"/>
              <a:buNone/>
              <a:defRPr sz="1800"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ra Sans Condensed Medium"/>
              <a:buNone/>
              <a:defRPr sz="10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432" name="Google Shape;432;p132"/>
          <p:cNvSpPr txBox="1"/>
          <p:nvPr>
            <p:ph idx="2" type="subTitle"/>
          </p:nvPr>
        </p:nvSpPr>
        <p:spPr>
          <a:xfrm>
            <a:off x="5184600" y="2876199"/>
            <a:ext cx="2951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3" name="Google Shape;433;p132"/>
          <p:cNvSpPr/>
          <p:nvPr/>
        </p:nvSpPr>
        <p:spPr>
          <a:xfrm rot="10800000">
            <a:off x="-615556" y="392264"/>
            <a:ext cx="1562400" cy="15624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2"/>
          <p:cNvSpPr/>
          <p:nvPr/>
        </p:nvSpPr>
        <p:spPr>
          <a:xfrm flipH="1" rot="10800000">
            <a:off x="4576225" y="1059225"/>
            <a:ext cx="4467900" cy="44679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1">
  <p:cSld name="CUSTOM_2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3"/>
          <p:cNvSpPr/>
          <p:nvPr/>
        </p:nvSpPr>
        <p:spPr>
          <a:xfrm>
            <a:off x="4477900" y="-32175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33"/>
          <p:cNvSpPr/>
          <p:nvPr/>
        </p:nvSpPr>
        <p:spPr>
          <a:xfrm>
            <a:off x="166725" y="484080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3"/>
          <p:cNvSpPr txBox="1"/>
          <p:nvPr>
            <p:ph type="title"/>
          </p:nvPr>
        </p:nvSpPr>
        <p:spPr>
          <a:xfrm>
            <a:off x="631461" y="387025"/>
            <a:ext cx="31620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9" name="Google Shape;439;p133"/>
          <p:cNvSpPr txBox="1"/>
          <p:nvPr>
            <p:ph idx="1" type="subTitle"/>
          </p:nvPr>
        </p:nvSpPr>
        <p:spPr>
          <a:xfrm>
            <a:off x="631461" y="1560992"/>
            <a:ext cx="29604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0" name="Google Shape;440;p133"/>
          <p:cNvSpPr txBox="1"/>
          <p:nvPr/>
        </p:nvSpPr>
        <p:spPr>
          <a:xfrm>
            <a:off x="627077" y="3394125"/>
            <a:ext cx="32310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CREDITS: This presentation template was created by 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, including icons by 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, and infographics &amp; images by 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2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3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4"/>
          <p:cNvSpPr/>
          <p:nvPr/>
        </p:nvSpPr>
        <p:spPr>
          <a:xfrm>
            <a:off x="-767875" y="374160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4"/>
          <p:cNvSpPr/>
          <p:nvPr/>
        </p:nvSpPr>
        <p:spPr>
          <a:xfrm>
            <a:off x="8476025" y="1010350"/>
            <a:ext cx="1027500" cy="1027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4"/>
          <p:cNvSpPr txBox="1"/>
          <p:nvPr>
            <p:ph idx="1" type="body"/>
          </p:nvPr>
        </p:nvSpPr>
        <p:spPr>
          <a:xfrm>
            <a:off x="624450" y="1389600"/>
            <a:ext cx="76668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5" name="Google Shape;445;p134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0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5"/>
          <p:cNvSpPr/>
          <p:nvPr/>
        </p:nvSpPr>
        <p:spPr>
          <a:xfrm>
            <a:off x="2602075" y="4928725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5"/>
          <p:cNvSpPr txBox="1"/>
          <p:nvPr>
            <p:ph type="ctrTitle"/>
          </p:nvPr>
        </p:nvSpPr>
        <p:spPr>
          <a:xfrm>
            <a:off x="14038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8">
  <p:cSld name="CUSTOM_24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36"/>
          <p:cNvSpPr txBox="1"/>
          <p:nvPr>
            <p:ph idx="1" type="body"/>
          </p:nvPr>
        </p:nvSpPr>
        <p:spPr>
          <a:xfrm>
            <a:off x="624450" y="1389600"/>
            <a:ext cx="3789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/>
        </p:txBody>
      </p:sp>
      <p:sp>
        <p:nvSpPr>
          <p:cNvPr id="451" name="Google Shape;451;p136"/>
          <p:cNvSpPr txBox="1"/>
          <p:nvPr>
            <p:ph idx="2" type="body"/>
          </p:nvPr>
        </p:nvSpPr>
        <p:spPr>
          <a:xfrm>
            <a:off x="624450" y="1389600"/>
            <a:ext cx="3789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/>
        </p:txBody>
      </p:sp>
      <p:sp>
        <p:nvSpPr>
          <p:cNvPr id="452" name="Google Shape;452;p136"/>
          <p:cNvSpPr txBox="1"/>
          <p:nvPr>
            <p:ph idx="3" type="body"/>
          </p:nvPr>
        </p:nvSpPr>
        <p:spPr>
          <a:xfrm>
            <a:off x="4798783" y="1389600"/>
            <a:ext cx="3789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aleway SemiBold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/>
        </p:txBody>
      </p:sp>
      <p:sp>
        <p:nvSpPr>
          <p:cNvPr id="453" name="Google Shape;453;p136"/>
          <p:cNvSpPr/>
          <p:nvPr/>
        </p:nvSpPr>
        <p:spPr>
          <a:xfrm>
            <a:off x="8729125" y="4058475"/>
            <a:ext cx="670500" cy="670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36"/>
          <p:cNvSpPr/>
          <p:nvPr/>
        </p:nvSpPr>
        <p:spPr>
          <a:xfrm>
            <a:off x="-222375" y="540000"/>
            <a:ext cx="670500" cy="6705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36"/>
          <p:cNvSpPr txBox="1"/>
          <p:nvPr>
            <p:ph type="ctrTitle"/>
          </p:nvPr>
        </p:nvSpPr>
        <p:spPr>
          <a:xfrm>
            <a:off x="1365725" y="327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buntu Condensed"/>
              <a:buNone/>
              <a:defRPr sz="1400"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5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0"/>
          <p:cNvSpPr/>
          <p:nvPr/>
        </p:nvSpPr>
        <p:spPr>
          <a:xfrm rot="10800000">
            <a:off x="2551394" y="3667539"/>
            <a:ext cx="1562400" cy="1562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40"/>
          <p:cNvSpPr/>
          <p:nvPr/>
        </p:nvSpPr>
        <p:spPr>
          <a:xfrm rot="10800000">
            <a:off x="-615556" y="392264"/>
            <a:ext cx="1562400" cy="15624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56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1"/>
          <p:cNvSpPr/>
          <p:nvPr/>
        </p:nvSpPr>
        <p:spPr>
          <a:xfrm>
            <a:off x="148775" y="-844875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1"/>
          <p:cNvSpPr/>
          <p:nvPr/>
        </p:nvSpPr>
        <p:spPr>
          <a:xfrm>
            <a:off x="7855175" y="4768200"/>
            <a:ext cx="890700" cy="8907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57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42"/>
          <p:cNvSpPr/>
          <p:nvPr/>
        </p:nvSpPr>
        <p:spPr>
          <a:xfrm>
            <a:off x="1209600" y="733500"/>
            <a:ext cx="6724800" cy="3676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 Medium"/>
              <a:buNone/>
              <a:defRPr b="0" i="0" sz="2800" u="none" cap="none" strike="noStrike">
                <a:solidFill>
                  <a:schemeClr val="dk1"/>
                </a:solidFill>
                <a:latin typeface="Livvic Medium"/>
                <a:ea typeface="Livvic Medium"/>
                <a:cs typeface="Livvic Medium"/>
                <a:sym typeface="Livvic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b="0" i="0" sz="2800" u="none" cap="none" strike="noStrik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/>
        </p:txBody>
      </p:sp>
      <p:sp>
        <p:nvSpPr>
          <p:cNvPr id="7" name="Google Shape;7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Char char="●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■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●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■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●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 Light"/>
              <a:buChar char="○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 Light"/>
              <a:buChar char="■"/>
              <a:defRPr b="0" i="0" sz="1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"/>
          <p:cNvSpPr txBox="1"/>
          <p:nvPr>
            <p:ph type="ctrTitle"/>
          </p:nvPr>
        </p:nvSpPr>
        <p:spPr>
          <a:xfrm>
            <a:off x="115700" y="0"/>
            <a:ext cx="31335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700"/>
              <a:t>Fase 1 Proyecto APT</a:t>
            </a:r>
            <a:endParaRPr sz="3700"/>
          </a:p>
        </p:txBody>
      </p:sp>
      <p:sp>
        <p:nvSpPr>
          <p:cNvPr id="470" name="Google Shape;470;p1"/>
          <p:cNvSpPr txBox="1"/>
          <p:nvPr>
            <p:ph idx="1" type="subTitle"/>
          </p:nvPr>
        </p:nvSpPr>
        <p:spPr>
          <a:xfrm>
            <a:off x="40175" y="1351400"/>
            <a:ext cx="39780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Docente: Reginaldo Salinas Bruna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Grupo N°:5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Integrantes: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Brian Martel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Benjamin Navarro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Daniel Avila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"/>
          <p:cNvSpPr txBox="1"/>
          <p:nvPr>
            <p:ph idx="1" type="body"/>
          </p:nvPr>
        </p:nvSpPr>
        <p:spPr>
          <a:xfrm>
            <a:off x="562850" y="1374200"/>
            <a:ext cx="76668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000000"/>
                </a:solidFill>
              </a:rPr>
              <a:t>El proyecto consiste en un sistema de gestión </a:t>
            </a:r>
            <a:r>
              <a:rPr lang="en">
                <a:solidFill>
                  <a:srgbClr val="000000"/>
                </a:solidFill>
              </a:rPr>
              <a:t>veterinaria que asistira al usuario durante el desarrollo de sus actividades</a:t>
            </a:r>
            <a:r>
              <a:rPr lang="en">
                <a:solidFill>
                  <a:srgbClr val="000000"/>
                </a:solidFill>
              </a:rPr>
              <a:t>, que contempla los siguientes </a:t>
            </a:r>
            <a:r>
              <a:rPr lang="en">
                <a:solidFill>
                  <a:srgbClr val="000000"/>
                </a:solidFill>
              </a:rPr>
              <a:t>módulos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-"/>
            </a:pPr>
            <a:r>
              <a:rPr lang="en">
                <a:solidFill>
                  <a:srgbClr val="000000"/>
                </a:solidFill>
              </a:rPr>
              <a:t>Toma de hora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-"/>
            </a:pPr>
            <a:r>
              <a:rPr lang="en">
                <a:solidFill>
                  <a:srgbClr val="000000"/>
                </a:solidFill>
              </a:rPr>
              <a:t>Registro de boletas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-"/>
            </a:pPr>
            <a:r>
              <a:rPr lang="en">
                <a:solidFill>
                  <a:srgbClr val="000000"/>
                </a:solidFill>
              </a:rPr>
              <a:t>Vacunas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-"/>
            </a:pPr>
            <a:r>
              <a:rPr lang="en">
                <a:solidFill>
                  <a:srgbClr val="000000"/>
                </a:solidFill>
              </a:rPr>
              <a:t>Calendarización por especie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-"/>
            </a:pPr>
            <a:r>
              <a:rPr lang="en">
                <a:solidFill>
                  <a:srgbClr val="000000"/>
                </a:solidFill>
              </a:rPr>
              <a:t>Etc.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76" name="Google Shape;476;p2"/>
          <p:cNvSpPr txBox="1"/>
          <p:nvPr>
            <p:ph type="ctrTitle"/>
          </p:nvPr>
        </p:nvSpPr>
        <p:spPr>
          <a:xfrm>
            <a:off x="673300" y="327500"/>
            <a:ext cx="7617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Descripción Breve del Proyecto</a:t>
            </a:r>
            <a:endParaRPr/>
          </a:p>
        </p:txBody>
      </p:sp>
      <p:pic>
        <p:nvPicPr>
          <p:cNvPr id="477" name="Google Shape;47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425" y="1975425"/>
            <a:ext cx="3258176" cy="25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025" y="2108225"/>
            <a:ext cx="3019925" cy="17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7600" y="2349500"/>
            <a:ext cx="1109825" cy="21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4050" y="2587150"/>
            <a:ext cx="1024900" cy="16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5" name="Google Shape;485;p3"/>
          <p:cNvCxnSpPr/>
          <p:nvPr/>
        </p:nvCxnSpPr>
        <p:spPr>
          <a:xfrm>
            <a:off x="4640916" y="2207404"/>
            <a:ext cx="0" cy="6327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oval"/>
          </a:ln>
        </p:spPr>
      </p:cxnSp>
      <p:cxnSp>
        <p:nvCxnSpPr>
          <p:cNvPr id="486" name="Google Shape;486;p3"/>
          <p:cNvCxnSpPr/>
          <p:nvPr/>
        </p:nvCxnSpPr>
        <p:spPr>
          <a:xfrm>
            <a:off x="2645841" y="2207404"/>
            <a:ext cx="0" cy="632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487" name="Google Shape;487;p3"/>
          <p:cNvSpPr/>
          <p:nvPr/>
        </p:nvSpPr>
        <p:spPr>
          <a:xfrm>
            <a:off x="6018585" y="1302088"/>
            <a:ext cx="1233000" cy="123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"/>
          <p:cNvSpPr/>
          <p:nvPr/>
        </p:nvSpPr>
        <p:spPr>
          <a:xfrm>
            <a:off x="4021296" y="1302088"/>
            <a:ext cx="1233000" cy="1233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"/>
          <p:cNvSpPr/>
          <p:nvPr/>
        </p:nvSpPr>
        <p:spPr>
          <a:xfrm>
            <a:off x="2029316" y="1302088"/>
            <a:ext cx="1233000" cy="1233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"/>
          <p:cNvSpPr txBox="1"/>
          <p:nvPr>
            <p:ph idx="1" type="subTitle"/>
          </p:nvPr>
        </p:nvSpPr>
        <p:spPr>
          <a:xfrm flipH="1">
            <a:off x="3713938" y="3252690"/>
            <a:ext cx="1906500" cy="1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Desarrolla un proyecto </a:t>
            </a:r>
            <a:r>
              <a:rPr lang="en"/>
              <a:t>informático</a:t>
            </a:r>
            <a:r>
              <a:rPr lang="en"/>
              <a:t> haciendo uso de los requisitos para </a:t>
            </a:r>
            <a:r>
              <a:rPr lang="en"/>
              <a:t>desarrollar</a:t>
            </a:r>
            <a:r>
              <a:rPr lang="en"/>
              <a:t> una solución compleja y de calidad</a:t>
            </a:r>
            <a:endParaRPr/>
          </a:p>
        </p:txBody>
      </p:sp>
      <p:sp>
        <p:nvSpPr>
          <p:cNvPr id="491" name="Google Shape;491;p3"/>
          <p:cNvSpPr txBox="1"/>
          <p:nvPr>
            <p:ph idx="2" type="title"/>
          </p:nvPr>
        </p:nvSpPr>
        <p:spPr>
          <a:xfrm flipH="1">
            <a:off x="3794467" y="162968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2" name="Google Shape;492;p3"/>
          <p:cNvSpPr txBox="1"/>
          <p:nvPr>
            <p:ph idx="7" type="subTitle"/>
          </p:nvPr>
        </p:nvSpPr>
        <p:spPr>
          <a:xfrm flipH="1">
            <a:off x="1718288" y="3252695"/>
            <a:ext cx="19065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Busca entregar una propuesta de calidad, cumpliendo con </a:t>
            </a:r>
            <a:r>
              <a:rPr lang="en"/>
              <a:t>estándares</a:t>
            </a:r>
            <a:r>
              <a:rPr lang="en"/>
              <a:t> de calidad y seguridad</a:t>
            </a:r>
            <a:endParaRPr/>
          </a:p>
        </p:txBody>
      </p:sp>
      <p:sp>
        <p:nvSpPr>
          <p:cNvPr id="493" name="Google Shape;493;p3"/>
          <p:cNvSpPr txBox="1"/>
          <p:nvPr>
            <p:ph idx="8" type="title"/>
          </p:nvPr>
        </p:nvSpPr>
        <p:spPr>
          <a:xfrm flipH="1">
            <a:off x="1798825" y="162968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4" name="Google Shape;494;p3"/>
          <p:cNvSpPr txBox="1"/>
          <p:nvPr>
            <p:ph idx="13" type="subTitle"/>
          </p:nvPr>
        </p:nvSpPr>
        <p:spPr>
          <a:xfrm flipH="1">
            <a:off x="5708673" y="3252710"/>
            <a:ext cx="19065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Aplicación de </a:t>
            </a:r>
            <a:r>
              <a:rPr lang="en"/>
              <a:t>ingeniería</a:t>
            </a:r>
            <a:r>
              <a:rPr lang="en"/>
              <a:t> de requisitos</a:t>
            </a:r>
            <a:endParaRPr/>
          </a:p>
        </p:txBody>
      </p:sp>
      <p:sp>
        <p:nvSpPr>
          <p:cNvPr id="495" name="Google Shape;495;p3"/>
          <p:cNvSpPr txBox="1"/>
          <p:nvPr>
            <p:ph idx="14" type="title"/>
          </p:nvPr>
        </p:nvSpPr>
        <p:spPr>
          <a:xfrm flipH="1">
            <a:off x="5789205" y="1629689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496" name="Google Shape;496;p3"/>
          <p:cNvCxnSpPr/>
          <p:nvPr/>
        </p:nvCxnSpPr>
        <p:spPr>
          <a:xfrm>
            <a:off x="6636216" y="2207404"/>
            <a:ext cx="0" cy="632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497" name="Google Shape;497;p3"/>
          <p:cNvSpPr txBox="1"/>
          <p:nvPr>
            <p:ph idx="15" type="ctrTitle"/>
          </p:nvPr>
        </p:nvSpPr>
        <p:spPr>
          <a:xfrm>
            <a:off x="1555275" y="327500"/>
            <a:ext cx="6222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Relación con el Perfil de Egreso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498" name="Google Shape;49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25" y="196588"/>
            <a:ext cx="134302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"/>
          <p:cNvSpPr/>
          <p:nvPr/>
        </p:nvSpPr>
        <p:spPr>
          <a:xfrm rot="-2700000">
            <a:off x="4326211" y="2909023"/>
            <a:ext cx="673307" cy="673307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"/>
          <p:cNvSpPr/>
          <p:nvPr/>
        </p:nvSpPr>
        <p:spPr>
          <a:xfrm rot="-2700000">
            <a:off x="6911655" y="2909023"/>
            <a:ext cx="673307" cy="673307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"/>
          <p:cNvSpPr/>
          <p:nvPr/>
        </p:nvSpPr>
        <p:spPr>
          <a:xfrm rot="-2700000">
            <a:off x="1727545" y="2909023"/>
            <a:ext cx="673307" cy="673307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"/>
          <p:cNvSpPr/>
          <p:nvPr/>
        </p:nvSpPr>
        <p:spPr>
          <a:xfrm rot="-2700000">
            <a:off x="4292987" y="882024"/>
            <a:ext cx="673307" cy="673307"/>
          </a:xfrm>
          <a:prstGeom prst="teardrop">
            <a:avLst>
              <a:gd fmla="val 10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"/>
          <p:cNvSpPr/>
          <p:nvPr/>
        </p:nvSpPr>
        <p:spPr>
          <a:xfrm rot="-2700000">
            <a:off x="6878431" y="882024"/>
            <a:ext cx="673307" cy="673307"/>
          </a:xfrm>
          <a:prstGeom prst="teardrop">
            <a:avLst>
              <a:gd fmla="val 10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"/>
          <p:cNvSpPr txBox="1"/>
          <p:nvPr>
            <p:ph type="title"/>
          </p:nvPr>
        </p:nvSpPr>
        <p:spPr>
          <a:xfrm flipH="1">
            <a:off x="3770300" y="939790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02</a:t>
            </a:r>
            <a:endParaRPr sz="3000"/>
          </a:p>
        </p:txBody>
      </p:sp>
      <p:sp>
        <p:nvSpPr>
          <p:cNvPr id="509" name="Google Shape;509;p4"/>
          <p:cNvSpPr/>
          <p:nvPr/>
        </p:nvSpPr>
        <p:spPr>
          <a:xfrm rot="-2700000">
            <a:off x="1694321" y="888622"/>
            <a:ext cx="673307" cy="673307"/>
          </a:xfrm>
          <a:prstGeom prst="teardrop">
            <a:avLst>
              <a:gd fmla="val 10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"/>
          <p:cNvSpPr txBox="1"/>
          <p:nvPr>
            <p:ph idx="16" type="ctrTitle"/>
          </p:nvPr>
        </p:nvSpPr>
        <p:spPr>
          <a:xfrm flipH="1">
            <a:off x="6096699" y="3636275"/>
            <a:ext cx="252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Factores economicos</a:t>
            </a:r>
            <a:endParaRPr sz="1700"/>
          </a:p>
        </p:txBody>
      </p:sp>
      <p:sp>
        <p:nvSpPr>
          <p:cNvPr id="511" name="Google Shape;511;p4"/>
          <p:cNvSpPr txBox="1"/>
          <p:nvPr>
            <p:ph idx="19" type="subTitle"/>
          </p:nvPr>
        </p:nvSpPr>
        <p:spPr>
          <a:xfrm flipH="1">
            <a:off x="3603954" y="4200241"/>
            <a:ext cx="207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Coordinación fuera de clases por actividades </a:t>
            </a:r>
            <a:r>
              <a:rPr lang="en" sz="1300"/>
              <a:t>académicas</a:t>
            </a:r>
            <a:r>
              <a:rPr lang="en" sz="1300"/>
              <a:t> o laborales</a:t>
            </a:r>
            <a:endParaRPr sz="1300"/>
          </a:p>
        </p:txBody>
      </p:sp>
      <p:sp>
        <p:nvSpPr>
          <p:cNvPr id="512" name="Google Shape;512;p4"/>
          <p:cNvSpPr txBox="1"/>
          <p:nvPr>
            <p:ph idx="20" type="ctrTitle"/>
          </p:nvPr>
        </p:nvSpPr>
        <p:spPr>
          <a:xfrm flipH="1">
            <a:off x="649700" y="3636275"/>
            <a:ext cx="2829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Factores externos facilitadores</a:t>
            </a:r>
            <a:endParaRPr sz="1700"/>
          </a:p>
        </p:txBody>
      </p:sp>
      <p:sp>
        <p:nvSpPr>
          <p:cNvPr id="513" name="Google Shape;513;p4"/>
          <p:cNvSpPr txBox="1"/>
          <p:nvPr>
            <p:ph idx="5" type="ctrTitle"/>
          </p:nvPr>
        </p:nvSpPr>
        <p:spPr>
          <a:xfrm flipH="1">
            <a:off x="5844600" y="1658150"/>
            <a:ext cx="270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Materiales requeridos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</p:txBody>
      </p:sp>
      <p:sp>
        <p:nvSpPr>
          <p:cNvPr id="514" name="Google Shape;514;p4"/>
          <p:cNvSpPr txBox="1"/>
          <p:nvPr>
            <p:ph idx="1" type="subTitle"/>
          </p:nvPr>
        </p:nvSpPr>
        <p:spPr>
          <a:xfrm flipH="1">
            <a:off x="6091950" y="2024294"/>
            <a:ext cx="21558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Equipos personales y herramientas de desarrollo gratuitos</a:t>
            </a:r>
            <a:endParaRPr sz="1300"/>
          </a:p>
        </p:txBody>
      </p:sp>
      <p:sp>
        <p:nvSpPr>
          <p:cNvPr id="515" name="Google Shape;515;p4"/>
          <p:cNvSpPr txBox="1"/>
          <p:nvPr>
            <p:ph idx="2" type="title"/>
          </p:nvPr>
        </p:nvSpPr>
        <p:spPr>
          <a:xfrm flipH="1">
            <a:off x="1153966" y="93722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01</a:t>
            </a:r>
            <a:endParaRPr sz="3000"/>
          </a:p>
        </p:txBody>
      </p:sp>
      <p:sp>
        <p:nvSpPr>
          <p:cNvPr id="516" name="Google Shape;516;p4"/>
          <p:cNvSpPr txBox="1"/>
          <p:nvPr>
            <p:ph idx="3" type="title"/>
          </p:nvPr>
        </p:nvSpPr>
        <p:spPr>
          <a:xfrm flipH="1">
            <a:off x="6832450" y="945820"/>
            <a:ext cx="746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03</a:t>
            </a:r>
            <a:endParaRPr sz="3000"/>
          </a:p>
        </p:txBody>
      </p:sp>
      <p:sp>
        <p:nvSpPr>
          <p:cNvPr id="517" name="Google Shape;517;p4"/>
          <p:cNvSpPr txBox="1"/>
          <p:nvPr>
            <p:ph idx="4" type="ctrTitle"/>
          </p:nvPr>
        </p:nvSpPr>
        <p:spPr>
          <a:xfrm>
            <a:off x="1609975" y="75800"/>
            <a:ext cx="6222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Factibilidad del Proyecto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18" name="Google Shape;518;p4"/>
          <p:cNvSpPr txBox="1"/>
          <p:nvPr>
            <p:ph idx="6" type="ctrTitle"/>
          </p:nvPr>
        </p:nvSpPr>
        <p:spPr>
          <a:xfrm flipH="1">
            <a:off x="3613800" y="1659434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Horas asignadas</a:t>
            </a:r>
            <a:endParaRPr sz="1700"/>
          </a:p>
        </p:txBody>
      </p:sp>
      <p:sp>
        <p:nvSpPr>
          <p:cNvPr id="519" name="Google Shape;519;p4"/>
          <p:cNvSpPr txBox="1"/>
          <p:nvPr>
            <p:ph idx="7" type="subTitle"/>
          </p:nvPr>
        </p:nvSpPr>
        <p:spPr>
          <a:xfrm flipH="1">
            <a:off x="3557250" y="2028799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3,5 horas semanales de clase</a:t>
            </a:r>
            <a:endParaRPr sz="1300"/>
          </a:p>
        </p:txBody>
      </p:sp>
      <p:sp>
        <p:nvSpPr>
          <p:cNvPr id="520" name="Google Shape;520;p4"/>
          <p:cNvSpPr txBox="1"/>
          <p:nvPr>
            <p:ph idx="8" type="ctrTitle"/>
          </p:nvPr>
        </p:nvSpPr>
        <p:spPr>
          <a:xfrm flipH="1">
            <a:off x="596700" y="1654925"/>
            <a:ext cx="2829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Duración del semestre</a:t>
            </a:r>
            <a:endParaRPr sz="1700"/>
          </a:p>
        </p:txBody>
      </p:sp>
      <p:sp>
        <p:nvSpPr>
          <p:cNvPr id="521" name="Google Shape;521;p4"/>
          <p:cNvSpPr txBox="1"/>
          <p:nvPr>
            <p:ph idx="9" type="subTitle"/>
          </p:nvPr>
        </p:nvSpPr>
        <p:spPr>
          <a:xfrm flipH="1">
            <a:off x="859291" y="2024300"/>
            <a:ext cx="2155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17 semanas de desarrollo del proyecto</a:t>
            </a:r>
            <a:endParaRPr sz="1300"/>
          </a:p>
        </p:txBody>
      </p:sp>
      <p:sp>
        <p:nvSpPr>
          <p:cNvPr id="522" name="Google Shape;522;p4"/>
          <p:cNvSpPr txBox="1"/>
          <p:nvPr>
            <p:ph idx="13" type="title"/>
          </p:nvPr>
        </p:nvSpPr>
        <p:spPr>
          <a:xfrm flipH="1">
            <a:off x="3777091" y="2927101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05</a:t>
            </a:r>
            <a:endParaRPr sz="3000"/>
          </a:p>
        </p:txBody>
      </p:sp>
      <p:sp>
        <p:nvSpPr>
          <p:cNvPr id="523" name="Google Shape;523;p4"/>
          <p:cNvSpPr txBox="1"/>
          <p:nvPr>
            <p:ph idx="14" type="title"/>
          </p:nvPr>
        </p:nvSpPr>
        <p:spPr>
          <a:xfrm flipH="1">
            <a:off x="1689962" y="2919370"/>
            <a:ext cx="746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04</a:t>
            </a:r>
            <a:endParaRPr sz="3000"/>
          </a:p>
        </p:txBody>
      </p:sp>
      <p:sp>
        <p:nvSpPr>
          <p:cNvPr id="524" name="Google Shape;524;p4"/>
          <p:cNvSpPr txBox="1"/>
          <p:nvPr>
            <p:ph idx="15" type="title"/>
          </p:nvPr>
        </p:nvSpPr>
        <p:spPr>
          <a:xfrm flipH="1">
            <a:off x="6354103" y="2929672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06</a:t>
            </a:r>
            <a:endParaRPr sz="3000"/>
          </a:p>
        </p:txBody>
      </p:sp>
      <p:sp>
        <p:nvSpPr>
          <p:cNvPr id="525" name="Google Shape;525;p4"/>
          <p:cNvSpPr txBox="1"/>
          <p:nvPr>
            <p:ph idx="17" type="subTitle"/>
          </p:nvPr>
        </p:nvSpPr>
        <p:spPr>
          <a:xfrm flipH="1">
            <a:off x="5656500" y="3942325"/>
            <a:ext cx="33111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Alternativas </a:t>
            </a:r>
            <a:r>
              <a:rPr lang="en" sz="1300"/>
              <a:t>económicas</a:t>
            </a:r>
            <a:r>
              <a:rPr lang="en" sz="1300"/>
              <a:t> como vercel y </a:t>
            </a:r>
            <a:r>
              <a:rPr lang="en" sz="1300"/>
              <a:t>railway.</a:t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Costo de desarrollo $3.000.00</a:t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Mantención: $25.000</a:t>
            </a:r>
            <a:endParaRPr sz="1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Gastos fijos: $10.990</a:t>
            </a:r>
            <a:endParaRPr sz="1300"/>
          </a:p>
        </p:txBody>
      </p:sp>
      <p:sp>
        <p:nvSpPr>
          <p:cNvPr id="526" name="Google Shape;526;p4"/>
          <p:cNvSpPr txBox="1"/>
          <p:nvPr>
            <p:ph idx="18" type="ctrTitle"/>
          </p:nvPr>
        </p:nvSpPr>
        <p:spPr>
          <a:xfrm flipH="1">
            <a:off x="3634904" y="3636267"/>
            <a:ext cx="2042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Factores que dificultan</a:t>
            </a:r>
            <a:endParaRPr sz="1700"/>
          </a:p>
        </p:txBody>
      </p:sp>
      <p:sp>
        <p:nvSpPr>
          <p:cNvPr id="527" name="Google Shape;527;p4"/>
          <p:cNvSpPr txBox="1"/>
          <p:nvPr>
            <p:ph idx="21" type="subTitle"/>
          </p:nvPr>
        </p:nvSpPr>
        <p:spPr>
          <a:xfrm flipH="1">
            <a:off x="1028912" y="4252503"/>
            <a:ext cx="207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/>
              <a:t>3 Integrantes que se distribuyen el proyecto</a:t>
            </a:r>
            <a:endParaRPr sz="1300"/>
          </a:p>
        </p:txBody>
      </p:sp>
      <p:pic>
        <p:nvPicPr>
          <p:cNvPr id="528" name="Google Shape;52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200" y="2629873"/>
            <a:ext cx="3234450" cy="37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"/>
          <p:cNvSpPr/>
          <p:nvPr/>
        </p:nvSpPr>
        <p:spPr>
          <a:xfrm>
            <a:off x="7827900" y="0"/>
            <a:ext cx="1316100" cy="13161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"/>
          <p:cNvSpPr txBox="1"/>
          <p:nvPr>
            <p:ph type="title"/>
          </p:nvPr>
        </p:nvSpPr>
        <p:spPr>
          <a:xfrm>
            <a:off x="603644" y="349550"/>
            <a:ext cx="595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Objetivos del Proyecto</a:t>
            </a:r>
            <a:endParaRPr/>
          </a:p>
        </p:txBody>
      </p:sp>
      <p:sp>
        <p:nvSpPr>
          <p:cNvPr id="535" name="Google Shape;535;p6"/>
          <p:cNvSpPr txBox="1"/>
          <p:nvPr>
            <p:ph idx="1" type="body"/>
          </p:nvPr>
        </p:nvSpPr>
        <p:spPr>
          <a:xfrm>
            <a:off x="603650" y="1189725"/>
            <a:ext cx="29991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Objetivo general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Diseñar, programar e implementar un sistema de gestión veterinaria que permita automatizar y acelerar los procesos involucrados en la veterinaria</a:t>
            </a:r>
            <a:endParaRPr/>
          </a:p>
        </p:txBody>
      </p:sp>
      <p:sp>
        <p:nvSpPr>
          <p:cNvPr id="536" name="Google Shape;536;p6"/>
          <p:cNvSpPr txBox="1"/>
          <p:nvPr>
            <p:ph idx="1" type="body"/>
          </p:nvPr>
        </p:nvSpPr>
        <p:spPr>
          <a:xfrm>
            <a:off x="3602750" y="1189725"/>
            <a:ext cx="5105100" cy="3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Objetivo especifico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Diseñar e implementar un sistema de gestión de citas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Diseñar e implementar un registro de pacientes/dueños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Crear un diseño web moderno y eficiente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Diseñar e implementar una base de datos relacional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Crear sistema de notificaciones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Crear sistema de gestión de boletas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Crear sistema de </a:t>
            </a:r>
            <a:r>
              <a:rPr lang="en"/>
              <a:t>calendarización según especie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Registro de examenes</a:t>
            </a:r>
            <a:endParaRPr/>
          </a:p>
        </p:txBody>
      </p:sp>
      <p:pic>
        <p:nvPicPr>
          <p:cNvPr id="537" name="Google Shape;5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4725" y="4036317"/>
            <a:ext cx="1085275" cy="11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086" y="3260724"/>
            <a:ext cx="947675" cy="19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"/>
          <p:cNvSpPr/>
          <p:nvPr/>
        </p:nvSpPr>
        <p:spPr>
          <a:xfrm>
            <a:off x="2227725" y="1444350"/>
            <a:ext cx="4263600" cy="21063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7"/>
          <p:cNvSpPr txBox="1"/>
          <p:nvPr>
            <p:ph type="title"/>
          </p:nvPr>
        </p:nvSpPr>
        <p:spPr>
          <a:xfrm>
            <a:off x="2274225" y="229300"/>
            <a:ext cx="41706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Metodología de Trabajo</a:t>
            </a:r>
            <a:endParaRPr/>
          </a:p>
        </p:txBody>
      </p:sp>
      <p:sp>
        <p:nvSpPr>
          <p:cNvPr id="545" name="Google Shape;545;p7"/>
          <p:cNvSpPr txBox="1"/>
          <p:nvPr>
            <p:ph idx="1" type="body"/>
          </p:nvPr>
        </p:nvSpPr>
        <p:spPr>
          <a:xfrm>
            <a:off x="2322825" y="1558200"/>
            <a:ext cx="40734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Metodologia</a:t>
            </a:r>
            <a:r>
              <a:rPr lang="en"/>
              <a:t> Ágil, realizando revisiones del backlog de requerimientos y adaptando el desarrollo del proyecto de acuerdo como este vaya avanzando</a:t>
            </a:r>
            <a:endParaRPr/>
          </a:p>
        </p:txBody>
      </p:sp>
      <p:pic>
        <p:nvPicPr>
          <p:cNvPr id="546" name="Google Shape;5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0125" y="61575"/>
            <a:ext cx="2347875" cy="245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200" y="157150"/>
            <a:ext cx="134302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8" title="imagen_2026-08-31_004049947 - Edit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2150" y="-46202"/>
            <a:ext cx="9308304" cy="5235901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8"/>
          <p:cNvSpPr txBox="1"/>
          <p:nvPr>
            <p:ph type="ctrTitle"/>
          </p:nvPr>
        </p:nvSpPr>
        <p:spPr>
          <a:xfrm>
            <a:off x="1365750" y="1350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Plan del Proyecto</a:t>
            </a:r>
            <a:endParaRPr/>
          </a:p>
        </p:txBody>
      </p:sp>
      <p:pic>
        <p:nvPicPr>
          <p:cNvPr id="554" name="Google Shape;554;p8"/>
          <p:cNvPicPr preferRelativeResize="0"/>
          <p:nvPr/>
        </p:nvPicPr>
        <p:blipFill rotWithShape="1">
          <a:blip r:embed="rId4">
            <a:alphaModFix/>
          </a:blip>
          <a:srcRect b="912" l="0" r="1361" t="0"/>
          <a:stretch/>
        </p:blipFill>
        <p:spPr>
          <a:xfrm>
            <a:off x="892475" y="826750"/>
            <a:ext cx="3496450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9800" y="826750"/>
            <a:ext cx="35321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0" y="1185500"/>
            <a:ext cx="4494475" cy="3812293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9"/>
          <p:cNvSpPr txBox="1"/>
          <p:nvPr>
            <p:ph type="ctrTitle"/>
          </p:nvPr>
        </p:nvSpPr>
        <p:spPr>
          <a:xfrm>
            <a:off x="1365750" y="250500"/>
            <a:ext cx="6412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Evidencias</a:t>
            </a:r>
            <a:endParaRPr/>
          </a:p>
        </p:txBody>
      </p:sp>
      <p:pic>
        <p:nvPicPr>
          <p:cNvPr id="562" name="Google Shape;562;p9"/>
          <p:cNvPicPr preferRelativeResize="0"/>
          <p:nvPr/>
        </p:nvPicPr>
        <p:blipFill rotWithShape="1">
          <a:blip r:embed="rId4">
            <a:alphaModFix/>
          </a:blip>
          <a:srcRect b="0" l="0" r="823" t="0"/>
          <a:stretch/>
        </p:blipFill>
        <p:spPr>
          <a:xfrm rot="-1">
            <a:off x="198975" y="1367901"/>
            <a:ext cx="4193525" cy="2657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94175">
            <a:off x="4883475" y="1299275"/>
            <a:ext cx="4298975" cy="358474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21540000" dist="19050">
              <a:srgbClr val="000000">
                <a:alpha val="56000"/>
              </a:srgbClr>
            </a:outerShdw>
          </a:effectLst>
        </p:spPr>
      </p:pic>
      <p:pic>
        <p:nvPicPr>
          <p:cNvPr id="564" name="Google Shape;564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20001">
            <a:off x="5714622" y="-262528"/>
            <a:ext cx="1867121" cy="165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"/>
          <p:cNvSpPr txBox="1"/>
          <p:nvPr>
            <p:ph type="ctrTitle"/>
          </p:nvPr>
        </p:nvSpPr>
        <p:spPr>
          <a:xfrm flipH="1">
            <a:off x="2364299" y="1882800"/>
            <a:ext cx="44154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4500"/>
              <a:t>Preguntas?</a:t>
            </a:r>
            <a:endParaRPr sz="4500"/>
          </a:p>
        </p:txBody>
      </p:sp>
      <p:pic>
        <p:nvPicPr>
          <p:cNvPr id="570" name="Google Shape;5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0"/>
            <a:ext cx="9144000" cy="51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imal Center XL by Slidesgo">
  <a:themeElements>
    <a:clrScheme name="Simple Light">
      <a:dk1>
        <a:srgbClr val="2E2E2E"/>
      </a:dk1>
      <a:lt1>
        <a:srgbClr val="F5F5F5"/>
      </a:lt1>
      <a:dk2>
        <a:srgbClr val="595959"/>
      </a:dk2>
      <a:lt2>
        <a:srgbClr val="EEEEEE"/>
      </a:lt2>
      <a:accent1>
        <a:srgbClr val="B3B9FB"/>
      </a:accent1>
      <a:accent2>
        <a:srgbClr val="FFDB8F"/>
      </a:accent2>
      <a:accent3>
        <a:srgbClr val="9DE0EE"/>
      </a:accent3>
      <a:accent4>
        <a:srgbClr val="D2D6FD"/>
      </a:accent4>
      <a:accent5>
        <a:srgbClr val="F3E0B7"/>
      </a:accent5>
      <a:accent6>
        <a:srgbClr val="C9F0F8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